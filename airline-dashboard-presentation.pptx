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4"/>
    <p:sldMasterId id="214748370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Limelight"/>
      <p:regular r:id="rId28"/>
    </p:embeddedFont>
    <p:embeddedFont>
      <p:font typeface="Raleway"/>
      <p:regular r:id="rId29"/>
      <p:bold r:id="rId30"/>
      <p:italic r:id="rId31"/>
      <p:boldItalic r:id="rId32"/>
    </p:embeddedFont>
    <p:embeddedFont>
      <p:font typeface="Roboto"/>
      <p:regular r:id="rId33"/>
      <p:bold r:id="rId34"/>
      <p:italic r:id="rId35"/>
      <p:boldItalic r:id="rId36"/>
    </p:embeddedFont>
    <p:embeddedFont>
      <p:font typeface="Bebas Neue"/>
      <p:regular r:id="rId37"/>
    </p:embeddedFont>
    <p:embeddedFont>
      <p:font typeface="Work Sans ExtraBold"/>
      <p:bold r:id="rId38"/>
      <p:boldItalic r:id="rId39"/>
    </p:embeddedFont>
    <p:embeddedFont>
      <p:font typeface="Work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WorkSans-regular.fntdata"/><Relationship Id="rId20" Type="http://schemas.openxmlformats.org/officeDocument/2006/relationships/slide" Target="slides/slide14.xml"/><Relationship Id="rId42" Type="http://schemas.openxmlformats.org/officeDocument/2006/relationships/font" Target="fonts/WorkSans-italic.fntdata"/><Relationship Id="rId41" Type="http://schemas.openxmlformats.org/officeDocument/2006/relationships/font" Target="fonts/WorkSans-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WorkSans-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Limelight-regular.fntdata"/><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aleway-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aleway-italic.fntdata"/><Relationship Id="rId30" Type="http://schemas.openxmlformats.org/officeDocument/2006/relationships/font" Target="fonts/Raleway-bold.fntdata"/><Relationship Id="rId11" Type="http://schemas.openxmlformats.org/officeDocument/2006/relationships/slide" Target="slides/slide5.xml"/><Relationship Id="rId33" Type="http://schemas.openxmlformats.org/officeDocument/2006/relationships/font" Target="fonts/Roboto-regular.fntdata"/><Relationship Id="rId10" Type="http://schemas.openxmlformats.org/officeDocument/2006/relationships/slide" Target="slides/slide4.xml"/><Relationship Id="rId32" Type="http://schemas.openxmlformats.org/officeDocument/2006/relationships/font" Target="fonts/Raleway-boldItalic.fntdata"/><Relationship Id="rId13" Type="http://schemas.openxmlformats.org/officeDocument/2006/relationships/slide" Target="slides/slide7.xml"/><Relationship Id="rId35" Type="http://schemas.openxmlformats.org/officeDocument/2006/relationships/font" Target="fonts/Roboto-italic.fntdata"/><Relationship Id="rId12" Type="http://schemas.openxmlformats.org/officeDocument/2006/relationships/slide" Target="slides/slide6.xml"/><Relationship Id="rId34" Type="http://schemas.openxmlformats.org/officeDocument/2006/relationships/font" Target="fonts/Roboto-bold.fntdata"/><Relationship Id="rId15" Type="http://schemas.openxmlformats.org/officeDocument/2006/relationships/slide" Target="slides/slide9.xml"/><Relationship Id="rId37" Type="http://schemas.openxmlformats.org/officeDocument/2006/relationships/font" Target="fonts/BebasNeue-regular.fntdata"/><Relationship Id="rId14" Type="http://schemas.openxmlformats.org/officeDocument/2006/relationships/slide" Target="slides/slide8.xml"/><Relationship Id="rId36" Type="http://schemas.openxmlformats.org/officeDocument/2006/relationships/font" Target="fonts/Roboto-boldItalic.fntdata"/><Relationship Id="rId17" Type="http://schemas.openxmlformats.org/officeDocument/2006/relationships/slide" Target="slides/slide11.xml"/><Relationship Id="rId39" Type="http://schemas.openxmlformats.org/officeDocument/2006/relationships/font" Target="fonts/WorkSansExtraBold-boldItalic.fntdata"/><Relationship Id="rId16" Type="http://schemas.openxmlformats.org/officeDocument/2006/relationships/slide" Target="slides/slide10.xml"/><Relationship Id="rId38" Type="http://schemas.openxmlformats.org/officeDocument/2006/relationships/font" Target="fonts/WorkSansExtraBold-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0" name="Google Shape;72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6" name="Google Shape;72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3" name="Google Shape;73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0" name="Google Shape;74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7" name="Google Shape;74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4" name="Google Shape;75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0" name="Google Shape;76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8" name="Google Shape;76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6" name="Google Shape;77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4" name="Google Shape;78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2" name="Google Shape;79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0" name="Google Shape;80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7" name="Google Shape;80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4" name="Google Shape;81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1" name="Google Shape;82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8" name="Google Shape;82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5" name="Google Shape;83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9" name="Google Shape;84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6" name="Google Shape;85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2" name="Google Shape;86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6125981" y="374375"/>
            <a:ext cx="1511119" cy="1378282"/>
          </a:xfrm>
          <a:custGeom>
            <a:rect b="b" l="l" r="r" t="t"/>
            <a:pathLst>
              <a:path extrusionOk="0" h="13613" w="14925">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188927" y="115581"/>
            <a:ext cx="2722341" cy="765364"/>
          </a:xfrm>
          <a:custGeom>
            <a:rect b="b" l="l" r="r" t="t"/>
            <a:pathLst>
              <a:path extrusionOk="0" h="7238" w="25745">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flipH="1">
            <a:off x="6266458" y="241072"/>
            <a:ext cx="3632400" cy="76534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flipH="1">
            <a:off x="5185251" y="504626"/>
            <a:ext cx="264776" cy="238237"/>
          </a:xfrm>
          <a:custGeom>
            <a:rect b="b" l="l" r="r" t="t"/>
            <a:pathLst>
              <a:path extrusionOk="0" h="1284" w="1427">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
          <p:cNvSpPr/>
          <p:nvPr/>
        </p:nvSpPr>
        <p:spPr>
          <a:xfrm flipH="1">
            <a:off x="6373377" y="1272779"/>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
          <p:cNvSpPr/>
          <p:nvPr/>
        </p:nvSpPr>
        <p:spPr>
          <a:xfrm>
            <a:off x="3956112" y="1109736"/>
            <a:ext cx="555750" cy="296952"/>
          </a:xfrm>
          <a:custGeom>
            <a:rect b="b" l="l" r="r" t="t"/>
            <a:pathLst>
              <a:path extrusionOk="0" h="1829" w="3423">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flipH="1">
            <a:off x="7974850" y="1640243"/>
            <a:ext cx="454052" cy="290734"/>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flipH="1">
            <a:off x="-2" y="3870726"/>
            <a:ext cx="3197045" cy="1331364"/>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 name="Google Shape;18;p2"/>
          <p:cNvGrpSpPr/>
          <p:nvPr/>
        </p:nvGrpSpPr>
        <p:grpSpPr>
          <a:xfrm>
            <a:off x="5304891" y="2954951"/>
            <a:ext cx="4545168" cy="2819231"/>
            <a:chOff x="5304891" y="2954951"/>
            <a:chExt cx="4545168" cy="2819231"/>
          </a:xfrm>
        </p:grpSpPr>
        <p:sp>
          <p:nvSpPr>
            <p:cNvPr id="19" name="Google Shape;19;p2"/>
            <p:cNvSpPr/>
            <p:nvPr/>
          </p:nvSpPr>
          <p:spPr>
            <a:xfrm flipH="1">
              <a:off x="5304891" y="2954951"/>
              <a:ext cx="3843000" cy="2188447"/>
            </a:xfrm>
            <a:custGeom>
              <a:rect b="b" l="l" r="r" t="t"/>
              <a:pathLst>
                <a:path extrusionOk="0" h="20696" w="36343">
                  <a:moveTo>
                    <a:pt x="5048" y="0"/>
                  </a:moveTo>
                  <a:cubicBezTo>
                    <a:pt x="4983" y="0"/>
                    <a:pt x="4916" y="2"/>
                    <a:pt x="4848" y="5"/>
                  </a:cubicBezTo>
                  <a:cubicBezTo>
                    <a:pt x="1030" y="163"/>
                    <a:pt x="1426" y="5074"/>
                    <a:pt x="1426" y="5074"/>
                  </a:cubicBezTo>
                  <a:cubicBezTo>
                    <a:pt x="1066" y="4534"/>
                    <a:pt x="739" y="4387"/>
                    <a:pt x="489" y="4387"/>
                  </a:cubicBezTo>
                  <a:cubicBezTo>
                    <a:pt x="189" y="4387"/>
                    <a:pt x="0" y="4599"/>
                    <a:pt x="0" y="4599"/>
                  </a:cubicBezTo>
                  <a:lnTo>
                    <a:pt x="0" y="20695"/>
                  </a:lnTo>
                  <a:lnTo>
                    <a:pt x="34774" y="20695"/>
                  </a:lnTo>
                  <a:cubicBezTo>
                    <a:pt x="34774" y="20695"/>
                    <a:pt x="36343" y="18667"/>
                    <a:pt x="34774" y="17226"/>
                  </a:cubicBezTo>
                  <a:cubicBezTo>
                    <a:pt x="34406" y="16884"/>
                    <a:pt x="33993" y="16753"/>
                    <a:pt x="33576" y="16753"/>
                  </a:cubicBezTo>
                  <a:cubicBezTo>
                    <a:pt x="32215" y="16753"/>
                    <a:pt x="30814" y="18145"/>
                    <a:pt x="30814" y="18145"/>
                  </a:cubicBezTo>
                  <a:cubicBezTo>
                    <a:pt x="30814" y="18145"/>
                    <a:pt x="35678" y="10493"/>
                    <a:pt x="29657" y="9700"/>
                  </a:cubicBezTo>
                  <a:cubicBezTo>
                    <a:pt x="29356" y="9661"/>
                    <a:pt x="29066" y="9642"/>
                    <a:pt x="28785" y="9642"/>
                  </a:cubicBezTo>
                  <a:cubicBezTo>
                    <a:pt x="23453" y="9642"/>
                    <a:pt x="21752" y="16434"/>
                    <a:pt x="21752" y="16434"/>
                  </a:cubicBezTo>
                  <a:cubicBezTo>
                    <a:pt x="21300" y="14635"/>
                    <a:pt x="20279" y="14260"/>
                    <a:pt x="19505" y="14260"/>
                  </a:cubicBezTo>
                  <a:cubicBezTo>
                    <a:pt x="18949" y="14260"/>
                    <a:pt x="18520" y="14453"/>
                    <a:pt x="18520" y="14453"/>
                  </a:cubicBezTo>
                  <a:cubicBezTo>
                    <a:pt x="18520" y="14453"/>
                    <a:pt x="23843" y="9748"/>
                    <a:pt x="20358" y="5470"/>
                  </a:cubicBezTo>
                  <a:cubicBezTo>
                    <a:pt x="19312" y="4182"/>
                    <a:pt x="18042" y="3731"/>
                    <a:pt x="16776" y="3731"/>
                  </a:cubicBezTo>
                  <a:cubicBezTo>
                    <a:pt x="13825" y="3731"/>
                    <a:pt x="10900" y="6183"/>
                    <a:pt x="10900" y="6183"/>
                  </a:cubicBezTo>
                  <a:cubicBezTo>
                    <a:pt x="10900" y="6183"/>
                    <a:pt x="11977" y="4203"/>
                    <a:pt x="10393" y="3649"/>
                  </a:cubicBezTo>
                  <a:cubicBezTo>
                    <a:pt x="10146" y="3562"/>
                    <a:pt x="9913" y="3526"/>
                    <a:pt x="9696" y="3526"/>
                  </a:cubicBezTo>
                  <a:cubicBezTo>
                    <a:pt x="8513" y="3526"/>
                    <a:pt x="7779" y="4599"/>
                    <a:pt x="7779" y="4599"/>
                  </a:cubicBezTo>
                  <a:cubicBezTo>
                    <a:pt x="7779" y="4599"/>
                    <a:pt x="8619" y="0"/>
                    <a:pt x="504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flipH="1" rot="-3388888">
              <a:off x="7922978" y="4102696"/>
              <a:ext cx="1863989" cy="1152521"/>
            </a:xfrm>
            <a:custGeom>
              <a:rect b="b" l="l" r="r" t="t"/>
              <a:pathLst>
                <a:path extrusionOk="0" h="14508" w="23464">
                  <a:moveTo>
                    <a:pt x="22082" y="1"/>
                  </a:moveTo>
                  <a:cubicBezTo>
                    <a:pt x="19735" y="1"/>
                    <a:pt x="19297" y="2530"/>
                    <a:pt x="19297" y="2530"/>
                  </a:cubicBezTo>
                  <a:cubicBezTo>
                    <a:pt x="18986" y="2504"/>
                    <a:pt x="18692" y="2492"/>
                    <a:pt x="18413" y="2492"/>
                  </a:cubicBezTo>
                  <a:cubicBezTo>
                    <a:pt x="13356" y="2492"/>
                    <a:pt x="13356" y="6491"/>
                    <a:pt x="13356" y="6491"/>
                  </a:cubicBezTo>
                  <a:cubicBezTo>
                    <a:pt x="7716" y="7489"/>
                    <a:pt x="9110" y="11339"/>
                    <a:pt x="9110" y="11339"/>
                  </a:cubicBezTo>
                  <a:cubicBezTo>
                    <a:pt x="7422" y="9436"/>
                    <a:pt x="5710" y="8844"/>
                    <a:pt x="4233" y="8844"/>
                  </a:cubicBezTo>
                  <a:cubicBezTo>
                    <a:pt x="1798" y="8844"/>
                    <a:pt x="0" y="10451"/>
                    <a:pt x="0" y="10451"/>
                  </a:cubicBezTo>
                  <a:cubicBezTo>
                    <a:pt x="653" y="10330"/>
                    <a:pt x="1275" y="10276"/>
                    <a:pt x="1864" y="10276"/>
                  </a:cubicBezTo>
                  <a:cubicBezTo>
                    <a:pt x="7068" y="10276"/>
                    <a:pt x="9791" y="14507"/>
                    <a:pt x="9791" y="14507"/>
                  </a:cubicBezTo>
                  <a:cubicBezTo>
                    <a:pt x="10092" y="8281"/>
                    <a:pt x="15051" y="7489"/>
                    <a:pt x="15051" y="7489"/>
                  </a:cubicBezTo>
                  <a:cubicBezTo>
                    <a:pt x="15637" y="3623"/>
                    <a:pt x="20485" y="3322"/>
                    <a:pt x="20485" y="3322"/>
                  </a:cubicBezTo>
                  <a:cubicBezTo>
                    <a:pt x="20691" y="756"/>
                    <a:pt x="23463" y="249"/>
                    <a:pt x="23463" y="249"/>
                  </a:cubicBezTo>
                  <a:cubicBezTo>
                    <a:pt x="22942" y="75"/>
                    <a:pt x="22484" y="1"/>
                    <a:pt x="220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2"/>
          <p:cNvSpPr txBox="1"/>
          <p:nvPr>
            <p:ph type="ctrTitle"/>
          </p:nvPr>
        </p:nvSpPr>
        <p:spPr>
          <a:xfrm>
            <a:off x="715100" y="1272775"/>
            <a:ext cx="4208100" cy="21885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2" name="Google Shape;22;p2"/>
          <p:cNvSpPr txBox="1"/>
          <p:nvPr>
            <p:ph idx="1" type="subTitle"/>
          </p:nvPr>
        </p:nvSpPr>
        <p:spPr>
          <a:xfrm>
            <a:off x="715100" y="3461225"/>
            <a:ext cx="4355100" cy="409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55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3"/>
          <p:cNvSpPr/>
          <p:nvPr/>
        </p:nvSpPr>
        <p:spPr>
          <a:xfrm flipH="1">
            <a:off x="-329685" y="4494176"/>
            <a:ext cx="1764435" cy="649320"/>
          </a:xfrm>
          <a:custGeom>
            <a:rect b="b" l="l" r="r" t="t"/>
            <a:pathLst>
              <a:path extrusionOk="0" h="5310" w="16297">
                <a:moveTo>
                  <a:pt x="15151" y="1"/>
                </a:moveTo>
                <a:cubicBezTo>
                  <a:pt x="15139" y="1"/>
                  <a:pt x="15127" y="1"/>
                  <a:pt x="15115" y="2"/>
                </a:cubicBezTo>
                <a:cubicBezTo>
                  <a:pt x="13895" y="113"/>
                  <a:pt x="12580" y="3646"/>
                  <a:pt x="12580" y="3646"/>
                </a:cubicBezTo>
                <a:cubicBezTo>
                  <a:pt x="12580" y="3646"/>
                  <a:pt x="12152" y="1317"/>
                  <a:pt x="10498" y="1317"/>
                </a:cubicBezTo>
                <a:cubicBezTo>
                  <a:pt x="10297" y="1317"/>
                  <a:pt x="10078" y="1351"/>
                  <a:pt x="9839" y="1428"/>
                </a:cubicBezTo>
                <a:cubicBezTo>
                  <a:pt x="8080" y="1999"/>
                  <a:pt x="6734" y="4201"/>
                  <a:pt x="6734" y="4201"/>
                </a:cubicBezTo>
                <a:cubicBezTo>
                  <a:pt x="6734" y="4201"/>
                  <a:pt x="6562" y="3256"/>
                  <a:pt x="5538" y="3256"/>
                </a:cubicBezTo>
                <a:cubicBezTo>
                  <a:pt x="5399" y="3256"/>
                  <a:pt x="5243" y="3274"/>
                  <a:pt x="5070" y="3314"/>
                </a:cubicBezTo>
                <a:cubicBezTo>
                  <a:pt x="3645" y="3646"/>
                  <a:pt x="2646" y="4977"/>
                  <a:pt x="2646" y="4977"/>
                </a:cubicBezTo>
                <a:lnTo>
                  <a:pt x="1" y="5310"/>
                </a:lnTo>
                <a:lnTo>
                  <a:pt x="14465" y="5310"/>
                </a:lnTo>
                <a:cubicBezTo>
                  <a:pt x="14465" y="5310"/>
                  <a:pt x="16297" y="1"/>
                  <a:pt x="1515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 name="Google Shape;25;p3"/>
          <p:cNvGrpSpPr/>
          <p:nvPr/>
        </p:nvGrpSpPr>
        <p:grpSpPr>
          <a:xfrm>
            <a:off x="6869250" y="4213450"/>
            <a:ext cx="2235711" cy="930055"/>
            <a:chOff x="6869250" y="4213450"/>
            <a:chExt cx="2235711" cy="930055"/>
          </a:xfrm>
        </p:grpSpPr>
        <p:sp>
          <p:nvSpPr>
            <p:cNvPr id="26" name="Google Shape;26;p3"/>
            <p:cNvSpPr/>
            <p:nvPr/>
          </p:nvSpPr>
          <p:spPr>
            <a:xfrm>
              <a:off x="6869250" y="4213450"/>
              <a:ext cx="2235711" cy="930055"/>
            </a:xfrm>
            <a:custGeom>
              <a:rect b="b" l="l" r="r" t="t"/>
              <a:pathLst>
                <a:path extrusionOk="0" h="22085" w="53089">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3"/>
            <p:cNvSpPr/>
            <p:nvPr/>
          </p:nvSpPr>
          <p:spPr>
            <a:xfrm>
              <a:off x="8014493" y="4721085"/>
              <a:ext cx="501097" cy="361073"/>
            </a:xfrm>
            <a:custGeom>
              <a:rect b="b" l="l" r="r" t="t"/>
              <a:pathLst>
                <a:path extrusionOk="0" h="8574" w="11899">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 name="Google Shape;28;p3"/>
          <p:cNvSpPr/>
          <p:nvPr/>
        </p:nvSpPr>
        <p:spPr>
          <a:xfrm flipH="1">
            <a:off x="7135052" y="235804"/>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3"/>
          <p:cNvSpPr/>
          <p:nvPr/>
        </p:nvSpPr>
        <p:spPr>
          <a:xfrm flipH="1">
            <a:off x="7651753" y="58575"/>
            <a:ext cx="2562722" cy="720471"/>
          </a:xfrm>
          <a:custGeom>
            <a:rect b="b" l="l" r="r" t="t"/>
            <a:pathLst>
              <a:path extrusionOk="0" h="7238" w="25745">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 name="Google Shape;30;p3"/>
          <p:cNvGrpSpPr/>
          <p:nvPr/>
        </p:nvGrpSpPr>
        <p:grpSpPr>
          <a:xfrm>
            <a:off x="-90385" y="-32680"/>
            <a:ext cx="890659" cy="1323580"/>
            <a:chOff x="734550" y="2051650"/>
            <a:chExt cx="341825" cy="507975"/>
          </a:xfrm>
        </p:grpSpPr>
        <p:sp>
          <p:nvSpPr>
            <p:cNvPr id="31" name="Google Shape;31;p3"/>
            <p:cNvSpPr/>
            <p:nvPr/>
          </p:nvSpPr>
          <p:spPr>
            <a:xfrm>
              <a:off x="741075" y="2051650"/>
              <a:ext cx="335300" cy="239300"/>
            </a:xfrm>
            <a:custGeom>
              <a:rect b="b" l="l" r="r" t="t"/>
              <a:pathLst>
                <a:path extrusionOk="0" h="9572" w="13412">
                  <a:moveTo>
                    <a:pt x="3730" y="1"/>
                  </a:moveTo>
                  <a:cubicBezTo>
                    <a:pt x="0" y="1"/>
                    <a:pt x="72" y="4311"/>
                    <a:pt x="72" y="4311"/>
                  </a:cubicBezTo>
                  <a:lnTo>
                    <a:pt x="2211" y="3915"/>
                  </a:lnTo>
                  <a:lnTo>
                    <a:pt x="849" y="3678"/>
                  </a:lnTo>
                  <a:cubicBezTo>
                    <a:pt x="849" y="3678"/>
                    <a:pt x="1197" y="3335"/>
                    <a:pt x="2566" y="3335"/>
                  </a:cubicBezTo>
                  <a:cubicBezTo>
                    <a:pt x="3419" y="3335"/>
                    <a:pt x="4667" y="3468"/>
                    <a:pt x="6473" y="3900"/>
                  </a:cubicBezTo>
                  <a:cubicBezTo>
                    <a:pt x="10667" y="4916"/>
                    <a:pt x="12646" y="9572"/>
                    <a:pt x="12891" y="9572"/>
                  </a:cubicBezTo>
                  <a:cubicBezTo>
                    <a:pt x="12921" y="9572"/>
                    <a:pt x="12925" y="9502"/>
                    <a:pt x="12905" y="9349"/>
                  </a:cubicBezTo>
                  <a:cubicBezTo>
                    <a:pt x="12715" y="7955"/>
                    <a:pt x="13412" y="5975"/>
                    <a:pt x="13269" y="5737"/>
                  </a:cubicBezTo>
                  <a:cubicBezTo>
                    <a:pt x="13111" y="5500"/>
                    <a:pt x="11099" y="5294"/>
                    <a:pt x="11130" y="4866"/>
                  </a:cubicBezTo>
                  <a:cubicBezTo>
                    <a:pt x="11148" y="4702"/>
                    <a:pt x="11454" y="4651"/>
                    <a:pt x="11833" y="4651"/>
                  </a:cubicBezTo>
                  <a:cubicBezTo>
                    <a:pt x="12483" y="4651"/>
                    <a:pt x="13348" y="4803"/>
                    <a:pt x="13348" y="4803"/>
                  </a:cubicBezTo>
                  <a:cubicBezTo>
                    <a:pt x="13348" y="4803"/>
                    <a:pt x="12556" y="2791"/>
                    <a:pt x="11891" y="2236"/>
                  </a:cubicBezTo>
                  <a:cubicBezTo>
                    <a:pt x="11806" y="2163"/>
                    <a:pt x="11690" y="2132"/>
                    <a:pt x="11553" y="2132"/>
                  </a:cubicBezTo>
                  <a:cubicBezTo>
                    <a:pt x="10684" y="2132"/>
                    <a:pt x="8932" y="3386"/>
                    <a:pt x="8348" y="3386"/>
                  </a:cubicBezTo>
                  <a:cubicBezTo>
                    <a:pt x="8301" y="3386"/>
                    <a:pt x="8262" y="3378"/>
                    <a:pt x="8231" y="3361"/>
                  </a:cubicBezTo>
                  <a:cubicBezTo>
                    <a:pt x="7772" y="3092"/>
                    <a:pt x="10909" y="1571"/>
                    <a:pt x="10909" y="1571"/>
                  </a:cubicBezTo>
                  <a:cubicBezTo>
                    <a:pt x="10909" y="1571"/>
                    <a:pt x="8279" y="652"/>
                    <a:pt x="7249" y="541"/>
                  </a:cubicBezTo>
                  <a:cubicBezTo>
                    <a:pt x="7228" y="539"/>
                    <a:pt x="7207" y="538"/>
                    <a:pt x="7186" y="538"/>
                  </a:cubicBezTo>
                  <a:cubicBezTo>
                    <a:pt x="6225" y="538"/>
                    <a:pt x="5001" y="2482"/>
                    <a:pt x="4355" y="2482"/>
                  </a:cubicBezTo>
                  <a:cubicBezTo>
                    <a:pt x="4314" y="2482"/>
                    <a:pt x="4275" y="2475"/>
                    <a:pt x="4239" y="2458"/>
                  </a:cubicBezTo>
                  <a:cubicBezTo>
                    <a:pt x="3605" y="2173"/>
                    <a:pt x="6393" y="240"/>
                    <a:pt x="6393" y="240"/>
                  </a:cubicBezTo>
                  <a:cubicBezTo>
                    <a:pt x="6393" y="240"/>
                    <a:pt x="6193" y="140"/>
                    <a:pt x="5603" y="140"/>
                  </a:cubicBezTo>
                  <a:cubicBezTo>
                    <a:pt x="5530" y="140"/>
                    <a:pt x="5450" y="141"/>
                    <a:pt x="5364" y="145"/>
                  </a:cubicBezTo>
                  <a:cubicBezTo>
                    <a:pt x="4578" y="176"/>
                    <a:pt x="3402" y="2126"/>
                    <a:pt x="3121" y="2126"/>
                  </a:cubicBezTo>
                  <a:cubicBezTo>
                    <a:pt x="3118" y="2126"/>
                    <a:pt x="3116" y="2125"/>
                    <a:pt x="3114" y="2125"/>
                  </a:cubicBezTo>
                  <a:cubicBezTo>
                    <a:pt x="2845" y="2109"/>
                    <a:pt x="4318" y="34"/>
                    <a:pt x="4318" y="34"/>
                  </a:cubicBezTo>
                  <a:cubicBezTo>
                    <a:pt x="4112" y="11"/>
                    <a:pt x="3916" y="1"/>
                    <a:pt x="373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
            <p:cNvSpPr/>
            <p:nvPr/>
          </p:nvSpPr>
          <p:spPr>
            <a:xfrm>
              <a:off x="734550" y="2149000"/>
              <a:ext cx="187750" cy="410625"/>
            </a:xfrm>
            <a:custGeom>
              <a:rect b="b" l="l" r="r" t="t"/>
              <a:pathLst>
                <a:path extrusionOk="0" h="16425" w="7510">
                  <a:moveTo>
                    <a:pt x="1972" y="0"/>
                  </a:moveTo>
                  <a:cubicBezTo>
                    <a:pt x="1141" y="0"/>
                    <a:pt x="349" y="148"/>
                    <a:pt x="349" y="148"/>
                  </a:cubicBezTo>
                  <a:cubicBezTo>
                    <a:pt x="349" y="148"/>
                    <a:pt x="1" y="1764"/>
                    <a:pt x="2424" y="5344"/>
                  </a:cubicBezTo>
                  <a:cubicBezTo>
                    <a:pt x="4794" y="8867"/>
                    <a:pt x="3451" y="16425"/>
                    <a:pt x="4087" y="16425"/>
                  </a:cubicBezTo>
                  <a:cubicBezTo>
                    <a:pt x="4097" y="16425"/>
                    <a:pt x="4108" y="16423"/>
                    <a:pt x="4120" y="16418"/>
                  </a:cubicBezTo>
                  <a:cubicBezTo>
                    <a:pt x="4817" y="16149"/>
                    <a:pt x="6528" y="13725"/>
                    <a:pt x="6860" y="11998"/>
                  </a:cubicBezTo>
                  <a:cubicBezTo>
                    <a:pt x="7177" y="10256"/>
                    <a:pt x="3945" y="9828"/>
                    <a:pt x="4452" y="8576"/>
                  </a:cubicBezTo>
                  <a:cubicBezTo>
                    <a:pt x="4515" y="8423"/>
                    <a:pt x="4603" y="8358"/>
                    <a:pt x="4709" y="8358"/>
                  </a:cubicBezTo>
                  <a:cubicBezTo>
                    <a:pt x="5368" y="8358"/>
                    <a:pt x="6733" y="10885"/>
                    <a:pt x="7175" y="10885"/>
                  </a:cubicBezTo>
                  <a:cubicBezTo>
                    <a:pt x="7239" y="10885"/>
                    <a:pt x="7283" y="10833"/>
                    <a:pt x="7304" y="10715"/>
                  </a:cubicBezTo>
                  <a:cubicBezTo>
                    <a:pt x="7510" y="9638"/>
                    <a:pt x="6955" y="6897"/>
                    <a:pt x="6575" y="6216"/>
                  </a:cubicBezTo>
                  <a:cubicBezTo>
                    <a:pt x="6195" y="5519"/>
                    <a:pt x="3058" y="4552"/>
                    <a:pt x="3011" y="4045"/>
                  </a:cubicBezTo>
                  <a:cubicBezTo>
                    <a:pt x="3001" y="3972"/>
                    <a:pt x="3063" y="3940"/>
                    <a:pt x="3174" y="3940"/>
                  </a:cubicBezTo>
                  <a:cubicBezTo>
                    <a:pt x="3828" y="3940"/>
                    <a:pt x="6211" y="5028"/>
                    <a:pt x="6211" y="5028"/>
                  </a:cubicBezTo>
                  <a:cubicBezTo>
                    <a:pt x="6005" y="4537"/>
                    <a:pt x="5862" y="4030"/>
                    <a:pt x="5783" y="3507"/>
                  </a:cubicBezTo>
                  <a:cubicBezTo>
                    <a:pt x="5577" y="2461"/>
                    <a:pt x="3185" y="2968"/>
                    <a:pt x="3106" y="2556"/>
                  </a:cubicBezTo>
                  <a:cubicBezTo>
                    <a:pt x="3066" y="2383"/>
                    <a:pt x="3447" y="2333"/>
                    <a:pt x="3902" y="2333"/>
                  </a:cubicBezTo>
                  <a:cubicBezTo>
                    <a:pt x="4533" y="2333"/>
                    <a:pt x="5308" y="2429"/>
                    <a:pt x="5308" y="2429"/>
                  </a:cubicBezTo>
                  <a:cubicBezTo>
                    <a:pt x="5308" y="2429"/>
                    <a:pt x="4389" y="1004"/>
                    <a:pt x="3565" y="354"/>
                  </a:cubicBezTo>
                  <a:cubicBezTo>
                    <a:pt x="3210" y="80"/>
                    <a:pt x="2581" y="0"/>
                    <a:pt x="197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
            <p:cNvSpPr/>
            <p:nvPr/>
          </p:nvSpPr>
          <p:spPr>
            <a:xfrm>
              <a:off x="758700" y="2118950"/>
              <a:ext cx="236475" cy="253100"/>
            </a:xfrm>
            <a:custGeom>
              <a:rect b="b" l="l" r="r" t="t"/>
              <a:pathLst>
                <a:path extrusionOk="0" h="10124" w="9459">
                  <a:moveTo>
                    <a:pt x="1992" y="1"/>
                  </a:moveTo>
                  <a:cubicBezTo>
                    <a:pt x="638" y="1"/>
                    <a:pt x="1" y="986"/>
                    <a:pt x="1" y="986"/>
                  </a:cubicBezTo>
                  <a:cubicBezTo>
                    <a:pt x="1" y="986"/>
                    <a:pt x="2615" y="2602"/>
                    <a:pt x="4199" y="4091"/>
                  </a:cubicBezTo>
                  <a:cubicBezTo>
                    <a:pt x="5685" y="5501"/>
                    <a:pt x="7398" y="10124"/>
                    <a:pt x="8153" y="10124"/>
                  </a:cubicBezTo>
                  <a:cubicBezTo>
                    <a:pt x="8196" y="10124"/>
                    <a:pt x="8235" y="10110"/>
                    <a:pt x="8271" y="10079"/>
                  </a:cubicBezTo>
                  <a:cubicBezTo>
                    <a:pt x="8936" y="9525"/>
                    <a:pt x="9459" y="6752"/>
                    <a:pt x="8825" y="5992"/>
                  </a:cubicBezTo>
                  <a:cubicBezTo>
                    <a:pt x="8192" y="5232"/>
                    <a:pt x="6465" y="5723"/>
                    <a:pt x="6290" y="5390"/>
                  </a:cubicBezTo>
                  <a:cubicBezTo>
                    <a:pt x="6183" y="5201"/>
                    <a:pt x="6937" y="5160"/>
                    <a:pt x="7610" y="5160"/>
                  </a:cubicBezTo>
                  <a:cubicBezTo>
                    <a:pt x="8123" y="5160"/>
                    <a:pt x="8588" y="5184"/>
                    <a:pt x="8588" y="5184"/>
                  </a:cubicBezTo>
                  <a:cubicBezTo>
                    <a:pt x="8588" y="5184"/>
                    <a:pt x="7732" y="3616"/>
                    <a:pt x="6988" y="3235"/>
                  </a:cubicBezTo>
                  <a:cubicBezTo>
                    <a:pt x="6227" y="2839"/>
                    <a:pt x="4041" y="3220"/>
                    <a:pt x="3993" y="2839"/>
                  </a:cubicBezTo>
                  <a:cubicBezTo>
                    <a:pt x="3943" y="2535"/>
                    <a:pt x="5504" y="2505"/>
                    <a:pt x="6131" y="2505"/>
                  </a:cubicBezTo>
                  <a:cubicBezTo>
                    <a:pt x="6287" y="2505"/>
                    <a:pt x="6386" y="2507"/>
                    <a:pt x="6386" y="2507"/>
                  </a:cubicBezTo>
                  <a:cubicBezTo>
                    <a:pt x="6386" y="2507"/>
                    <a:pt x="6021" y="2237"/>
                    <a:pt x="5324" y="1730"/>
                  </a:cubicBezTo>
                  <a:cubicBezTo>
                    <a:pt x="5200" y="1643"/>
                    <a:pt x="5059" y="1608"/>
                    <a:pt x="4911" y="1608"/>
                  </a:cubicBezTo>
                  <a:cubicBezTo>
                    <a:pt x="4336" y="1608"/>
                    <a:pt x="3654" y="2129"/>
                    <a:pt x="3432" y="2129"/>
                  </a:cubicBezTo>
                  <a:cubicBezTo>
                    <a:pt x="3389" y="2129"/>
                    <a:pt x="3364" y="2109"/>
                    <a:pt x="3360" y="2063"/>
                  </a:cubicBezTo>
                  <a:cubicBezTo>
                    <a:pt x="3328" y="1730"/>
                    <a:pt x="4912" y="1239"/>
                    <a:pt x="4912" y="1239"/>
                  </a:cubicBezTo>
                  <a:cubicBezTo>
                    <a:pt x="3710" y="302"/>
                    <a:pt x="2741" y="1"/>
                    <a:pt x="1992"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3"/>
          <p:cNvSpPr txBox="1"/>
          <p:nvPr>
            <p:ph type="title"/>
          </p:nvPr>
        </p:nvSpPr>
        <p:spPr>
          <a:xfrm>
            <a:off x="720000" y="535000"/>
            <a:ext cx="7704000" cy="48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5" name="Google Shape;35;p3"/>
          <p:cNvSpPr txBox="1"/>
          <p:nvPr>
            <p:ph idx="1" type="body"/>
          </p:nvPr>
        </p:nvSpPr>
        <p:spPr>
          <a:xfrm>
            <a:off x="720000" y="1112625"/>
            <a:ext cx="7704000" cy="3495900"/>
          </a:xfrm>
          <a:prstGeom prst="rect">
            <a:avLst/>
          </a:prstGeom>
          <a:noFill/>
          <a:ln>
            <a:noFill/>
          </a:ln>
        </p:spPr>
        <p:txBody>
          <a:bodyPr anchorCtr="0" anchor="ctr"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AutoNum type="arabicPeriod"/>
              <a:defRPr sz="1200">
                <a:solidFill>
                  <a:srgbClr val="434343"/>
                </a:solidFill>
              </a:defRPr>
            </a:lvl1pPr>
            <a:lvl2pPr indent="-304800" lvl="1" marL="914400" algn="l">
              <a:lnSpc>
                <a:spcPct val="100000"/>
              </a:lnSpc>
              <a:spcBef>
                <a:spcPts val="0"/>
              </a:spcBef>
              <a:spcAft>
                <a:spcPts val="0"/>
              </a:spcAft>
              <a:buClr>
                <a:srgbClr val="EFF8FF"/>
              </a:buClr>
              <a:buSzPts val="1200"/>
              <a:buFont typeface="Open Sans"/>
              <a:buAutoNum type="alphaLcPeriod"/>
              <a:defRPr>
                <a:solidFill>
                  <a:srgbClr val="434343"/>
                </a:solidFill>
              </a:defRPr>
            </a:lvl2pPr>
            <a:lvl3pPr indent="-304800" lvl="2" marL="1371600" algn="l">
              <a:lnSpc>
                <a:spcPct val="100000"/>
              </a:lnSpc>
              <a:spcBef>
                <a:spcPts val="0"/>
              </a:spcBef>
              <a:spcAft>
                <a:spcPts val="0"/>
              </a:spcAft>
              <a:buClr>
                <a:srgbClr val="EFF8FF"/>
              </a:buClr>
              <a:buSzPts val="1200"/>
              <a:buFont typeface="Open Sans"/>
              <a:buAutoNum type="romanLcPeriod"/>
              <a:defRPr>
                <a:solidFill>
                  <a:srgbClr val="434343"/>
                </a:solidFill>
              </a:defRPr>
            </a:lvl3pPr>
            <a:lvl4pPr indent="-304800" lvl="3" marL="1828800" algn="l">
              <a:lnSpc>
                <a:spcPct val="100000"/>
              </a:lnSpc>
              <a:spcBef>
                <a:spcPts val="0"/>
              </a:spcBef>
              <a:spcAft>
                <a:spcPts val="0"/>
              </a:spcAft>
              <a:buClr>
                <a:srgbClr val="EFF8FF"/>
              </a:buClr>
              <a:buSzPts val="1200"/>
              <a:buFont typeface="Open Sans"/>
              <a:buAutoNum type="arabicPeriod"/>
              <a:defRPr>
                <a:solidFill>
                  <a:srgbClr val="434343"/>
                </a:solidFill>
              </a:defRPr>
            </a:lvl4pPr>
            <a:lvl5pPr indent="-304800" lvl="4" marL="2286000" algn="l">
              <a:lnSpc>
                <a:spcPct val="100000"/>
              </a:lnSpc>
              <a:spcBef>
                <a:spcPts val="0"/>
              </a:spcBef>
              <a:spcAft>
                <a:spcPts val="0"/>
              </a:spcAft>
              <a:buClr>
                <a:srgbClr val="EFF8FF"/>
              </a:buClr>
              <a:buSzPts val="1200"/>
              <a:buFont typeface="Open Sans"/>
              <a:buAutoNum type="alphaLcPeriod"/>
              <a:defRPr>
                <a:solidFill>
                  <a:srgbClr val="434343"/>
                </a:solidFill>
              </a:defRPr>
            </a:lvl5pPr>
            <a:lvl6pPr indent="-304800" lvl="5" marL="2743200" algn="l">
              <a:lnSpc>
                <a:spcPct val="100000"/>
              </a:lnSpc>
              <a:spcBef>
                <a:spcPts val="0"/>
              </a:spcBef>
              <a:spcAft>
                <a:spcPts val="0"/>
              </a:spcAft>
              <a:buClr>
                <a:srgbClr val="EFF8FF"/>
              </a:buClr>
              <a:buSzPts val="1200"/>
              <a:buFont typeface="Open Sans"/>
              <a:buAutoNum type="romanLcPeriod"/>
              <a:defRPr>
                <a:solidFill>
                  <a:srgbClr val="434343"/>
                </a:solidFill>
              </a:defRPr>
            </a:lvl6pPr>
            <a:lvl7pPr indent="-304800" lvl="6" marL="3200400" algn="l">
              <a:lnSpc>
                <a:spcPct val="100000"/>
              </a:lnSpc>
              <a:spcBef>
                <a:spcPts val="0"/>
              </a:spcBef>
              <a:spcAft>
                <a:spcPts val="0"/>
              </a:spcAft>
              <a:buClr>
                <a:srgbClr val="EFF8FF"/>
              </a:buClr>
              <a:buSzPts val="1200"/>
              <a:buFont typeface="Open Sans"/>
              <a:buAutoNum type="arabicPeriod"/>
              <a:defRPr>
                <a:solidFill>
                  <a:srgbClr val="434343"/>
                </a:solidFill>
              </a:defRPr>
            </a:lvl7pPr>
            <a:lvl8pPr indent="-304800" lvl="7" marL="3657600" algn="l">
              <a:lnSpc>
                <a:spcPct val="100000"/>
              </a:lnSpc>
              <a:spcBef>
                <a:spcPts val="0"/>
              </a:spcBef>
              <a:spcAft>
                <a:spcPts val="0"/>
              </a:spcAft>
              <a:buClr>
                <a:srgbClr val="EFF8FF"/>
              </a:buClr>
              <a:buSzPts val="1200"/>
              <a:buFont typeface="Open Sans"/>
              <a:buAutoNum type="alphaLcPeriod"/>
              <a:defRPr>
                <a:solidFill>
                  <a:srgbClr val="434343"/>
                </a:solidFill>
              </a:defRPr>
            </a:lvl8pPr>
            <a:lvl9pPr indent="-304800" lvl="8" marL="4114800" algn="l">
              <a:lnSpc>
                <a:spcPct val="100000"/>
              </a:lnSpc>
              <a:spcBef>
                <a:spcPts val="0"/>
              </a:spcBef>
              <a:spcAft>
                <a:spcPts val="0"/>
              </a:spcAft>
              <a:buClr>
                <a:srgbClr val="EFF8FF"/>
              </a:buClr>
              <a:buSzPts val="1200"/>
              <a:buFont typeface="Open Sans"/>
              <a:buAutoNum type="romanLcPeriod"/>
              <a:defRPr>
                <a:solidFill>
                  <a:srgbClr val="434343"/>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4"/>
          <p:cNvSpPr/>
          <p:nvPr/>
        </p:nvSpPr>
        <p:spPr>
          <a:xfrm flipH="1">
            <a:off x="446865" y="100850"/>
            <a:ext cx="1801311" cy="1801311"/>
          </a:xfrm>
          <a:custGeom>
            <a:rect b="b" l="l" r="r" t="t"/>
            <a:pathLst>
              <a:path extrusionOk="0" h="25286" w="25286">
                <a:moveTo>
                  <a:pt x="12643" y="1"/>
                </a:moveTo>
                <a:cubicBezTo>
                  <a:pt x="5673" y="1"/>
                  <a:pt x="1" y="5657"/>
                  <a:pt x="1" y="12643"/>
                </a:cubicBezTo>
                <a:cubicBezTo>
                  <a:pt x="1" y="19630"/>
                  <a:pt x="5673" y="25285"/>
                  <a:pt x="12643" y="25285"/>
                </a:cubicBezTo>
                <a:cubicBezTo>
                  <a:pt x="19630" y="25285"/>
                  <a:pt x="25286" y="19630"/>
                  <a:pt x="25286" y="12643"/>
                </a:cubicBezTo>
                <a:cubicBezTo>
                  <a:pt x="25286" y="5657"/>
                  <a:pt x="19630" y="1"/>
                  <a:pt x="126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 name="Google Shape;38;p4"/>
          <p:cNvGrpSpPr/>
          <p:nvPr/>
        </p:nvGrpSpPr>
        <p:grpSpPr>
          <a:xfrm>
            <a:off x="4248956" y="3106460"/>
            <a:ext cx="4895055" cy="2037047"/>
            <a:chOff x="4248956" y="3106460"/>
            <a:chExt cx="4895055" cy="2037047"/>
          </a:xfrm>
        </p:grpSpPr>
        <p:sp>
          <p:nvSpPr>
            <p:cNvPr id="39" name="Google Shape;39;p4"/>
            <p:cNvSpPr/>
            <p:nvPr/>
          </p:nvSpPr>
          <p:spPr>
            <a:xfrm>
              <a:off x="4248956" y="3106460"/>
              <a:ext cx="4895055" cy="2037047"/>
            </a:xfrm>
            <a:custGeom>
              <a:rect b="b" l="l" r="r" t="t"/>
              <a:pathLst>
                <a:path extrusionOk="0" h="22086" w="53073">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4"/>
            <p:cNvSpPr/>
            <p:nvPr/>
          </p:nvSpPr>
          <p:spPr>
            <a:xfrm>
              <a:off x="6671627" y="4216940"/>
              <a:ext cx="1097475" cy="790709"/>
            </a:xfrm>
            <a:custGeom>
              <a:rect b="b" l="l" r="r" t="t"/>
              <a:pathLst>
                <a:path extrusionOk="0" h="8573" w="11899">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 name="Google Shape;41;p4"/>
          <p:cNvGrpSpPr/>
          <p:nvPr/>
        </p:nvGrpSpPr>
        <p:grpSpPr>
          <a:xfrm>
            <a:off x="0" y="2387168"/>
            <a:ext cx="3420759" cy="2756404"/>
            <a:chOff x="-9" y="1944524"/>
            <a:chExt cx="3971624" cy="3200283"/>
          </a:xfrm>
        </p:grpSpPr>
        <p:sp>
          <p:nvSpPr>
            <p:cNvPr id="42" name="Google Shape;42;p4"/>
            <p:cNvSpPr/>
            <p:nvPr/>
          </p:nvSpPr>
          <p:spPr>
            <a:xfrm>
              <a:off x="-9" y="1944524"/>
              <a:ext cx="3971624" cy="3200283"/>
            </a:xfrm>
            <a:custGeom>
              <a:rect b="b" l="l" r="r" t="t"/>
              <a:pathLst>
                <a:path extrusionOk="0" h="34698" w="43061">
                  <a:moveTo>
                    <a:pt x="4774" y="0"/>
                  </a:moveTo>
                  <a:cubicBezTo>
                    <a:pt x="2155" y="0"/>
                    <a:pt x="0" y="1000"/>
                    <a:pt x="0" y="1000"/>
                  </a:cubicBezTo>
                  <a:lnTo>
                    <a:pt x="0" y="34698"/>
                  </a:lnTo>
                  <a:lnTo>
                    <a:pt x="37531" y="34698"/>
                  </a:lnTo>
                  <a:lnTo>
                    <a:pt x="37547" y="33240"/>
                  </a:lnTo>
                  <a:cubicBezTo>
                    <a:pt x="37547" y="33240"/>
                    <a:pt x="43060" y="32495"/>
                    <a:pt x="41365" y="26428"/>
                  </a:cubicBezTo>
                  <a:cubicBezTo>
                    <a:pt x="40203" y="22256"/>
                    <a:pt x="37744" y="21601"/>
                    <a:pt x="36314" y="21601"/>
                  </a:cubicBezTo>
                  <a:cubicBezTo>
                    <a:pt x="35658" y="21601"/>
                    <a:pt x="35218" y="21738"/>
                    <a:pt x="35218" y="21738"/>
                  </a:cubicBezTo>
                  <a:cubicBezTo>
                    <a:pt x="35218" y="21738"/>
                    <a:pt x="37262" y="17841"/>
                    <a:pt x="34711" y="16447"/>
                  </a:cubicBezTo>
                  <a:cubicBezTo>
                    <a:pt x="34377" y="16267"/>
                    <a:pt x="34050" y="16189"/>
                    <a:pt x="33733" y="16189"/>
                  </a:cubicBezTo>
                  <a:cubicBezTo>
                    <a:pt x="32233" y="16189"/>
                    <a:pt x="30975" y="17937"/>
                    <a:pt x="30386" y="18918"/>
                  </a:cubicBezTo>
                  <a:cubicBezTo>
                    <a:pt x="30624" y="18348"/>
                    <a:pt x="30814" y="17556"/>
                    <a:pt x="30133" y="17112"/>
                  </a:cubicBezTo>
                  <a:cubicBezTo>
                    <a:pt x="29897" y="16957"/>
                    <a:pt x="29645" y="16896"/>
                    <a:pt x="29394" y="16896"/>
                  </a:cubicBezTo>
                  <a:cubicBezTo>
                    <a:pt x="28469" y="16896"/>
                    <a:pt x="27566" y="17730"/>
                    <a:pt x="27566" y="17730"/>
                  </a:cubicBezTo>
                  <a:cubicBezTo>
                    <a:pt x="28755" y="14070"/>
                    <a:pt x="27376" y="13294"/>
                    <a:pt x="26172" y="13025"/>
                  </a:cubicBezTo>
                  <a:cubicBezTo>
                    <a:pt x="25967" y="12979"/>
                    <a:pt x="25772" y="12957"/>
                    <a:pt x="25586" y="12957"/>
                  </a:cubicBezTo>
                  <a:cubicBezTo>
                    <a:pt x="23356" y="12957"/>
                    <a:pt x="22465" y="16035"/>
                    <a:pt x="22465" y="16035"/>
                  </a:cubicBezTo>
                  <a:cubicBezTo>
                    <a:pt x="22335" y="14321"/>
                    <a:pt x="21708" y="13982"/>
                    <a:pt x="21167" y="13982"/>
                  </a:cubicBezTo>
                  <a:cubicBezTo>
                    <a:pt x="21113" y="13982"/>
                    <a:pt x="21059" y="13985"/>
                    <a:pt x="21008" y="13991"/>
                  </a:cubicBezTo>
                  <a:cubicBezTo>
                    <a:pt x="20516" y="14086"/>
                    <a:pt x="20136" y="14498"/>
                    <a:pt x="20073" y="14989"/>
                  </a:cubicBezTo>
                  <a:cubicBezTo>
                    <a:pt x="20060" y="14659"/>
                    <a:pt x="19793" y="14421"/>
                    <a:pt x="19491" y="14421"/>
                  </a:cubicBezTo>
                  <a:cubicBezTo>
                    <a:pt x="19417" y="14421"/>
                    <a:pt x="19340" y="14435"/>
                    <a:pt x="19265" y="14467"/>
                  </a:cubicBezTo>
                  <a:cubicBezTo>
                    <a:pt x="19265" y="14467"/>
                    <a:pt x="20754" y="12486"/>
                    <a:pt x="18805" y="9951"/>
                  </a:cubicBezTo>
                  <a:cubicBezTo>
                    <a:pt x="17859" y="8730"/>
                    <a:pt x="16441" y="8413"/>
                    <a:pt x="15226" y="8413"/>
                  </a:cubicBezTo>
                  <a:cubicBezTo>
                    <a:pt x="13920" y="8413"/>
                    <a:pt x="12849" y="8779"/>
                    <a:pt x="12849" y="8779"/>
                  </a:cubicBezTo>
                  <a:cubicBezTo>
                    <a:pt x="12849" y="8779"/>
                    <a:pt x="12849" y="3266"/>
                    <a:pt x="8840" y="1000"/>
                  </a:cubicBezTo>
                  <a:cubicBezTo>
                    <a:pt x="7510" y="250"/>
                    <a:pt x="6084" y="0"/>
                    <a:pt x="477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
            <p:cNvSpPr/>
            <p:nvPr/>
          </p:nvSpPr>
          <p:spPr>
            <a:xfrm>
              <a:off x="375469" y="3319157"/>
              <a:ext cx="1649855" cy="807219"/>
            </a:xfrm>
            <a:custGeom>
              <a:rect b="b" l="l" r="r" t="t"/>
              <a:pathLst>
                <a:path extrusionOk="0" h="8752" w="17888">
                  <a:moveTo>
                    <a:pt x="10043" y="1"/>
                  </a:moveTo>
                  <a:cubicBezTo>
                    <a:pt x="7145" y="1"/>
                    <a:pt x="6084" y="3523"/>
                    <a:pt x="6084" y="3523"/>
                  </a:cubicBezTo>
                  <a:cubicBezTo>
                    <a:pt x="5060" y="1648"/>
                    <a:pt x="2817" y="1317"/>
                    <a:pt x="1359" y="1317"/>
                  </a:cubicBezTo>
                  <a:cubicBezTo>
                    <a:pt x="563" y="1317"/>
                    <a:pt x="1" y="1416"/>
                    <a:pt x="1" y="1416"/>
                  </a:cubicBezTo>
                  <a:cubicBezTo>
                    <a:pt x="1" y="1416"/>
                    <a:pt x="4294" y="2145"/>
                    <a:pt x="5878" y="5440"/>
                  </a:cubicBezTo>
                  <a:cubicBezTo>
                    <a:pt x="5878" y="5440"/>
                    <a:pt x="7434" y="2457"/>
                    <a:pt x="9770" y="2457"/>
                  </a:cubicBezTo>
                  <a:cubicBezTo>
                    <a:pt x="10027" y="2457"/>
                    <a:pt x="10293" y="2493"/>
                    <a:pt x="10568" y="2573"/>
                  </a:cubicBezTo>
                  <a:cubicBezTo>
                    <a:pt x="13340" y="3396"/>
                    <a:pt x="12881" y="6106"/>
                    <a:pt x="12881" y="6106"/>
                  </a:cubicBezTo>
                  <a:cubicBezTo>
                    <a:pt x="12881" y="6106"/>
                    <a:pt x="13876" y="4823"/>
                    <a:pt x="15053" y="4823"/>
                  </a:cubicBezTo>
                  <a:cubicBezTo>
                    <a:pt x="15229" y="4823"/>
                    <a:pt x="15409" y="4851"/>
                    <a:pt x="15590" y="4917"/>
                  </a:cubicBezTo>
                  <a:cubicBezTo>
                    <a:pt x="16968" y="5408"/>
                    <a:pt x="15653" y="7357"/>
                    <a:pt x="15653" y="7357"/>
                  </a:cubicBezTo>
                  <a:cubicBezTo>
                    <a:pt x="15653" y="7357"/>
                    <a:pt x="16905" y="7500"/>
                    <a:pt x="17095" y="8751"/>
                  </a:cubicBezTo>
                  <a:cubicBezTo>
                    <a:pt x="17855" y="7199"/>
                    <a:pt x="16398" y="7024"/>
                    <a:pt x="16398" y="7024"/>
                  </a:cubicBezTo>
                  <a:cubicBezTo>
                    <a:pt x="16398" y="7024"/>
                    <a:pt x="17887" y="4648"/>
                    <a:pt x="16144" y="3903"/>
                  </a:cubicBezTo>
                  <a:cubicBezTo>
                    <a:pt x="15819" y="3763"/>
                    <a:pt x="15520" y="3706"/>
                    <a:pt x="15250" y="3706"/>
                  </a:cubicBezTo>
                  <a:cubicBezTo>
                    <a:pt x="14391" y="3706"/>
                    <a:pt x="13819" y="4283"/>
                    <a:pt x="13578" y="4585"/>
                  </a:cubicBezTo>
                  <a:cubicBezTo>
                    <a:pt x="14307" y="3381"/>
                    <a:pt x="13689" y="466"/>
                    <a:pt x="10568" y="38"/>
                  </a:cubicBezTo>
                  <a:cubicBezTo>
                    <a:pt x="10386" y="13"/>
                    <a:pt x="10212" y="1"/>
                    <a:pt x="1004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
            <p:cNvSpPr/>
            <p:nvPr/>
          </p:nvSpPr>
          <p:spPr>
            <a:xfrm>
              <a:off x="639992" y="3662078"/>
              <a:ext cx="2164143" cy="1338109"/>
            </a:xfrm>
            <a:custGeom>
              <a:rect b="b" l="l" r="r" t="t"/>
              <a:pathLst>
                <a:path extrusionOk="0" h="14508" w="23464">
                  <a:moveTo>
                    <a:pt x="22082" y="1"/>
                  </a:moveTo>
                  <a:cubicBezTo>
                    <a:pt x="19735" y="1"/>
                    <a:pt x="19297" y="2530"/>
                    <a:pt x="19297" y="2530"/>
                  </a:cubicBezTo>
                  <a:cubicBezTo>
                    <a:pt x="18986" y="2504"/>
                    <a:pt x="18692" y="2492"/>
                    <a:pt x="18413" y="2492"/>
                  </a:cubicBezTo>
                  <a:cubicBezTo>
                    <a:pt x="13356" y="2492"/>
                    <a:pt x="13356" y="6491"/>
                    <a:pt x="13356" y="6491"/>
                  </a:cubicBezTo>
                  <a:cubicBezTo>
                    <a:pt x="7716" y="7489"/>
                    <a:pt x="9110" y="11339"/>
                    <a:pt x="9110" y="11339"/>
                  </a:cubicBezTo>
                  <a:cubicBezTo>
                    <a:pt x="7422" y="9436"/>
                    <a:pt x="5710" y="8844"/>
                    <a:pt x="4233" y="8844"/>
                  </a:cubicBezTo>
                  <a:cubicBezTo>
                    <a:pt x="1798" y="8844"/>
                    <a:pt x="0" y="10451"/>
                    <a:pt x="0" y="10451"/>
                  </a:cubicBezTo>
                  <a:cubicBezTo>
                    <a:pt x="653" y="10330"/>
                    <a:pt x="1275" y="10276"/>
                    <a:pt x="1864" y="10276"/>
                  </a:cubicBezTo>
                  <a:cubicBezTo>
                    <a:pt x="7068" y="10276"/>
                    <a:pt x="9791" y="14507"/>
                    <a:pt x="9791" y="14507"/>
                  </a:cubicBezTo>
                  <a:cubicBezTo>
                    <a:pt x="10092" y="8281"/>
                    <a:pt x="15051" y="7489"/>
                    <a:pt x="15051" y="7489"/>
                  </a:cubicBezTo>
                  <a:cubicBezTo>
                    <a:pt x="15637" y="3623"/>
                    <a:pt x="20485" y="3322"/>
                    <a:pt x="20485" y="3322"/>
                  </a:cubicBezTo>
                  <a:cubicBezTo>
                    <a:pt x="20691" y="756"/>
                    <a:pt x="23463" y="249"/>
                    <a:pt x="23463" y="249"/>
                  </a:cubicBezTo>
                  <a:cubicBezTo>
                    <a:pt x="22942" y="75"/>
                    <a:pt x="22484" y="1"/>
                    <a:pt x="2208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4"/>
          <p:cNvSpPr/>
          <p:nvPr/>
        </p:nvSpPr>
        <p:spPr>
          <a:xfrm>
            <a:off x="5827258" y="192272"/>
            <a:ext cx="3632400" cy="76534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4"/>
          <p:cNvSpPr/>
          <p:nvPr/>
        </p:nvSpPr>
        <p:spPr>
          <a:xfrm flipH="1">
            <a:off x="6526227" y="1657466"/>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4"/>
          <p:cNvSpPr/>
          <p:nvPr/>
        </p:nvSpPr>
        <p:spPr>
          <a:xfrm flipH="1">
            <a:off x="8092949" y="1193552"/>
            <a:ext cx="555751" cy="355842"/>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4"/>
          <p:cNvSpPr txBox="1"/>
          <p:nvPr>
            <p:ph type="title"/>
          </p:nvPr>
        </p:nvSpPr>
        <p:spPr>
          <a:xfrm>
            <a:off x="1998050" y="2057896"/>
            <a:ext cx="51480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6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9" name="Google Shape;49;p4"/>
          <p:cNvSpPr txBox="1"/>
          <p:nvPr>
            <p:ph idx="2" type="title"/>
          </p:nvPr>
        </p:nvSpPr>
        <p:spPr>
          <a:xfrm>
            <a:off x="3836400" y="1246180"/>
            <a:ext cx="1471200" cy="834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6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50" name="Google Shape;50;p4"/>
          <p:cNvSpPr txBox="1"/>
          <p:nvPr>
            <p:ph idx="1" type="subTitle"/>
          </p:nvPr>
        </p:nvSpPr>
        <p:spPr>
          <a:xfrm>
            <a:off x="2861425" y="2992650"/>
            <a:ext cx="3421200" cy="403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1" name="Shape 51"/>
        <p:cNvGrpSpPr/>
        <p:nvPr/>
      </p:nvGrpSpPr>
      <p:grpSpPr>
        <a:xfrm>
          <a:off x="0" y="0"/>
          <a:ext cx="0" cy="0"/>
          <a:chOff x="0" y="0"/>
          <a:chExt cx="0" cy="0"/>
        </a:xfrm>
      </p:grpSpPr>
      <p:sp>
        <p:nvSpPr>
          <p:cNvPr id="52" name="Google Shape;52;p5"/>
          <p:cNvSpPr/>
          <p:nvPr/>
        </p:nvSpPr>
        <p:spPr>
          <a:xfrm flipH="1">
            <a:off x="239286" y="-571488"/>
            <a:ext cx="1578207" cy="1439473"/>
          </a:xfrm>
          <a:custGeom>
            <a:rect b="b" l="l" r="r" t="t"/>
            <a:pathLst>
              <a:path extrusionOk="0" h="13613" w="14925">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5"/>
          <p:cNvSpPr/>
          <p:nvPr/>
        </p:nvSpPr>
        <p:spPr>
          <a:xfrm>
            <a:off x="-1231392" y="152322"/>
            <a:ext cx="3632400" cy="76534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5"/>
          <p:cNvSpPr/>
          <p:nvPr/>
        </p:nvSpPr>
        <p:spPr>
          <a:xfrm flipH="1">
            <a:off x="6763324" y="152327"/>
            <a:ext cx="555751" cy="355842"/>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5"/>
          <p:cNvSpPr/>
          <p:nvPr/>
        </p:nvSpPr>
        <p:spPr>
          <a:xfrm>
            <a:off x="7778063" y="68100"/>
            <a:ext cx="1301674" cy="524276"/>
          </a:xfrm>
          <a:custGeom>
            <a:rect b="b" l="l" r="r" t="t"/>
            <a:pathLst>
              <a:path extrusionOk="0" h="2355" w="5847">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 name="Google Shape;56;p5"/>
          <p:cNvGrpSpPr/>
          <p:nvPr/>
        </p:nvGrpSpPr>
        <p:grpSpPr>
          <a:xfrm>
            <a:off x="4248956" y="3106460"/>
            <a:ext cx="4895055" cy="2037047"/>
            <a:chOff x="4248956" y="3106460"/>
            <a:chExt cx="4895055" cy="2037047"/>
          </a:xfrm>
        </p:grpSpPr>
        <p:sp>
          <p:nvSpPr>
            <p:cNvPr id="57" name="Google Shape;57;p5"/>
            <p:cNvSpPr/>
            <p:nvPr/>
          </p:nvSpPr>
          <p:spPr>
            <a:xfrm>
              <a:off x="4248956" y="3106460"/>
              <a:ext cx="4895055" cy="2037047"/>
            </a:xfrm>
            <a:custGeom>
              <a:rect b="b" l="l" r="r" t="t"/>
              <a:pathLst>
                <a:path extrusionOk="0" h="22086" w="53073">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5"/>
            <p:cNvSpPr/>
            <p:nvPr/>
          </p:nvSpPr>
          <p:spPr>
            <a:xfrm>
              <a:off x="6671627" y="4216940"/>
              <a:ext cx="1097475" cy="790709"/>
            </a:xfrm>
            <a:custGeom>
              <a:rect b="b" l="l" r="r" t="t"/>
              <a:pathLst>
                <a:path extrusionOk="0" h="8573" w="11899">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5"/>
          <p:cNvSpPr txBox="1"/>
          <p:nvPr>
            <p:ph idx="1" type="subTitle"/>
          </p:nvPr>
        </p:nvSpPr>
        <p:spPr>
          <a:xfrm>
            <a:off x="720000" y="1996375"/>
            <a:ext cx="3033000" cy="71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5"/>
          <p:cNvSpPr txBox="1"/>
          <p:nvPr>
            <p:ph idx="2" type="subTitle"/>
          </p:nvPr>
        </p:nvSpPr>
        <p:spPr>
          <a:xfrm>
            <a:off x="720000" y="3485725"/>
            <a:ext cx="3033000" cy="713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 name="Google Shape;61;p5"/>
          <p:cNvSpPr txBox="1"/>
          <p:nvPr>
            <p:ph type="title"/>
          </p:nvPr>
        </p:nvSpPr>
        <p:spPr>
          <a:xfrm>
            <a:off x="720000" y="535000"/>
            <a:ext cx="7704000" cy="48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2" name="Google Shape;62;p5"/>
          <p:cNvSpPr txBox="1"/>
          <p:nvPr>
            <p:ph idx="3" type="title"/>
          </p:nvPr>
        </p:nvSpPr>
        <p:spPr>
          <a:xfrm>
            <a:off x="720000" y="1574775"/>
            <a:ext cx="3033000" cy="4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3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3" name="Google Shape;63;p5"/>
          <p:cNvSpPr txBox="1"/>
          <p:nvPr>
            <p:ph idx="4" type="title"/>
          </p:nvPr>
        </p:nvSpPr>
        <p:spPr>
          <a:xfrm>
            <a:off x="720000" y="3064128"/>
            <a:ext cx="3033000" cy="4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3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6"/>
          <p:cNvSpPr/>
          <p:nvPr/>
        </p:nvSpPr>
        <p:spPr>
          <a:xfrm flipH="1">
            <a:off x="6999869" y="-94565"/>
            <a:ext cx="3632400" cy="76534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6"/>
          <p:cNvSpPr/>
          <p:nvPr/>
        </p:nvSpPr>
        <p:spPr>
          <a:xfrm flipH="1">
            <a:off x="-89467" y="-97600"/>
            <a:ext cx="2096242" cy="771424"/>
          </a:xfrm>
          <a:custGeom>
            <a:rect b="b" l="l" r="r" t="t"/>
            <a:pathLst>
              <a:path extrusionOk="0" h="5310" w="16297">
                <a:moveTo>
                  <a:pt x="15151" y="1"/>
                </a:moveTo>
                <a:cubicBezTo>
                  <a:pt x="15139" y="1"/>
                  <a:pt x="15127" y="1"/>
                  <a:pt x="15115" y="2"/>
                </a:cubicBezTo>
                <a:cubicBezTo>
                  <a:pt x="13895" y="113"/>
                  <a:pt x="12580" y="3646"/>
                  <a:pt x="12580" y="3646"/>
                </a:cubicBezTo>
                <a:cubicBezTo>
                  <a:pt x="12580" y="3646"/>
                  <a:pt x="12152" y="1317"/>
                  <a:pt x="10498" y="1317"/>
                </a:cubicBezTo>
                <a:cubicBezTo>
                  <a:pt x="10297" y="1317"/>
                  <a:pt x="10078" y="1351"/>
                  <a:pt x="9839" y="1428"/>
                </a:cubicBezTo>
                <a:cubicBezTo>
                  <a:pt x="8080" y="1999"/>
                  <a:pt x="6734" y="4201"/>
                  <a:pt x="6734" y="4201"/>
                </a:cubicBezTo>
                <a:cubicBezTo>
                  <a:pt x="6734" y="4201"/>
                  <a:pt x="6562" y="3256"/>
                  <a:pt x="5538" y="3256"/>
                </a:cubicBezTo>
                <a:cubicBezTo>
                  <a:pt x="5399" y="3256"/>
                  <a:pt x="5243" y="3274"/>
                  <a:pt x="5070" y="3314"/>
                </a:cubicBezTo>
                <a:cubicBezTo>
                  <a:pt x="3645" y="3646"/>
                  <a:pt x="2646" y="4977"/>
                  <a:pt x="2646" y="4977"/>
                </a:cubicBezTo>
                <a:lnTo>
                  <a:pt x="1" y="5310"/>
                </a:lnTo>
                <a:lnTo>
                  <a:pt x="14465" y="5310"/>
                </a:lnTo>
                <a:cubicBezTo>
                  <a:pt x="14465" y="5310"/>
                  <a:pt x="16297" y="1"/>
                  <a:pt x="1515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
          <p:cNvSpPr/>
          <p:nvPr/>
        </p:nvSpPr>
        <p:spPr>
          <a:xfrm>
            <a:off x="1689912" y="209648"/>
            <a:ext cx="555750" cy="296952"/>
          </a:xfrm>
          <a:custGeom>
            <a:rect b="b" l="l" r="r" t="t"/>
            <a:pathLst>
              <a:path extrusionOk="0" h="1829" w="3423">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6"/>
          <p:cNvSpPr txBox="1"/>
          <p:nvPr>
            <p:ph type="title"/>
          </p:nvPr>
        </p:nvSpPr>
        <p:spPr>
          <a:xfrm>
            <a:off x="1379400" y="535000"/>
            <a:ext cx="6385200" cy="48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3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69" name="Shape 69"/>
        <p:cNvGrpSpPr/>
        <p:nvPr/>
      </p:nvGrpSpPr>
      <p:grpSpPr>
        <a:xfrm>
          <a:off x="0" y="0"/>
          <a:ext cx="0" cy="0"/>
          <a:chOff x="0" y="0"/>
          <a:chExt cx="0" cy="0"/>
        </a:xfrm>
      </p:grpSpPr>
      <p:grpSp>
        <p:nvGrpSpPr>
          <p:cNvPr id="70" name="Google Shape;70;p7"/>
          <p:cNvGrpSpPr/>
          <p:nvPr/>
        </p:nvGrpSpPr>
        <p:grpSpPr>
          <a:xfrm flipH="1">
            <a:off x="8055519" y="-30738"/>
            <a:ext cx="1160359" cy="1724372"/>
            <a:chOff x="734550" y="2051650"/>
            <a:chExt cx="341825" cy="507975"/>
          </a:xfrm>
        </p:grpSpPr>
        <p:sp>
          <p:nvSpPr>
            <p:cNvPr id="71" name="Google Shape;71;p7"/>
            <p:cNvSpPr/>
            <p:nvPr/>
          </p:nvSpPr>
          <p:spPr>
            <a:xfrm>
              <a:off x="741075" y="2051650"/>
              <a:ext cx="335300" cy="239300"/>
            </a:xfrm>
            <a:custGeom>
              <a:rect b="b" l="l" r="r" t="t"/>
              <a:pathLst>
                <a:path extrusionOk="0" h="9572" w="13412">
                  <a:moveTo>
                    <a:pt x="3730" y="1"/>
                  </a:moveTo>
                  <a:cubicBezTo>
                    <a:pt x="0" y="1"/>
                    <a:pt x="72" y="4311"/>
                    <a:pt x="72" y="4311"/>
                  </a:cubicBezTo>
                  <a:lnTo>
                    <a:pt x="2211" y="3915"/>
                  </a:lnTo>
                  <a:lnTo>
                    <a:pt x="849" y="3678"/>
                  </a:lnTo>
                  <a:cubicBezTo>
                    <a:pt x="849" y="3678"/>
                    <a:pt x="1197" y="3335"/>
                    <a:pt x="2566" y="3335"/>
                  </a:cubicBezTo>
                  <a:cubicBezTo>
                    <a:pt x="3419" y="3335"/>
                    <a:pt x="4667" y="3468"/>
                    <a:pt x="6473" y="3900"/>
                  </a:cubicBezTo>
                  <a:cubicBezTo>
                    <a:pt x="10667" y="4916"/>
                    <a:pt x="12646" y="9572"/>
                    <a:pt x="12891" y="9572"/>
                  </a:cubicBezTo>
                  <a:cubicBezTo>
                    <a:pt x="12921" y="9572"/>
                    <a:pt x="12925" y="9502"/>
                    <a:pt x="12905" y="9349"/>
                  </a:cubicBezTo>
                  <a:cubicBezTo>
                    <a:pt x="12715" y="7955"/>
                    <a:pt x="13412" y="5975"/>
                    <a:pt x="13269" y="5737"/>
                  </a:cubicBezTo>
                  <a:cubicBezTo>
                    <a:pt x="13111" y="5500"/>
                    <a:pt x="11099" y="5294"/>
                    <a:pt x="11130" y="4866"/>
                  </a:cubicBezTo>
                  <a:cubicBezTo>
                    <a:pt x="11148" y="4702"/>
                    <a:pt x="11454" y="4651"/>
                    <a:pt x="11833" y="4651"/>
                  </a:cubicBezTo>
                  <a:cubicBezTo>
                    <a:pt x="12483" y="4651"/>
                    <a:pt x="13348" y="4803"/>
                    <a:pt x="13348" y="4803"/>
                  </a:cubicBezTo>
                  <a:cubicBezTo>
                    <a:pt x="13348" y="4803"/>
                    <a:pt x="12556" y="2791"/>
                    <a:pt x="11891" y="2236"/>
                  </a:cubicBezTo>
                  <a:cubicBezTo>
                    <a:pt x="11806" y="2163"/>
                    <a:pt x="11690" y="2132"/>
                    <a:pt x="11553" y="2132"/>
                  </a:cubicBezTo>
                  <a:cubicBezTo>
                    <a:pt x="10684" y="2132"/>
                    <a:pt x="8932" y="3386"/>
                    <a:pt x="8348" y="3386"/>
                  </a:cubicBezTo>
                  <a:cubicBezTo>
                    <a:pt x="8301" y="3386"/>
                    <a:pt x="8262" y="3378"/>
                    <a:pt x="8231" y="3361"/>
                  </a:cubicBezTo>
                  <a:cubicBezTo>
                    <a:pt x="7772" y="3092"/>
                    <a:pt x="10909" y="1571"/>
                    <a:pt x="10909" y="1571"/>
                  </a:cubicBezTo>
                  <a:cubicBezTo>
                    <a:pt x="10909" y="1571"/>
                    <a:pt x="8279" y="652"/>
                    <a:pt x="7249" y="541"/>
                  </a:cubicBezTo>
                  <a:cubicBezTo>
                    <a:pt x="7228" y="539"/>
                    <a:pt x="7207" y="538"/>
                    <a:pt x="7186" y="538"/>
                  </a:cubicBezTo>
                  <a:cubicBezTo>
                    <a:pt x="6225" y="538"/>
                    <a:pt x="5001" y="2482"/>
                    <a:pt x="4355" y="2482"/>
                  </a:cubicBezTo>
                  <a:cubicBezTo>
                    <a:pt x="4314" y="2482"/>
                    <a:pt x="4275" y="2475"/>
                    <a:pt x="4239" y="2458"/>
                  </a:cubicBezTo>
                  <a:cubicBezTo>
                    <a:pt x="3605" y="2173"/>
                    <a:pt x="6393" y="240"/>
                    <a:pt x="6393" y="240"/>
                  </a:cubicBezTo>
                  <a:cubicBezTo>
                    <a:pt x="6393" y="240"/>
                    <a:pt x="6193" y="140"/>
                    <a:pt x="5603" y="140"/>
                  </a:cubicBezTo>
                  <a:cubicBezTo>
                    <a:pt x="5530" y="140"/>
                    <a:pt x="5450" y="141"/>
                    <a:pt x="5364" y="145"/>
                  </a:cubicBezTo>
                  <a:cubicBezTo>
                    <a:pt x="4578" y="176"/>
                    <a:pt x="3402" y="2126"/>
                    <a:pt x="3121" y="2126"/>
                  </a:cubicBezTo>
                  <a:cubicBezTo>
                    <a:pt x="3118" y="2126"/>
                    <a:pt x="3116" y="2125"/>
                    <a:pt x="3114" y="2125"/>
                  </a:cubicBezTo>
                  <a:cubicBezTo>
                    <a:pt x="2845" y="2109"/>
                    <a:pt x="4318" y="34"/>
                    <a:pt x="4318" y="34"/>
                  </a:cubicBezTo>
                  <a:cubicBezTo>
                    <a:pt x="4112" y="11"/>
                    <a:pt x="3916" y="1"/>
                    <a:pt x="373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7"/>
            <p:cNvSpPr/>
            <p:nvPr/>
          </p:nvSpPr>
          <p:spPr>
            <a:xfrm>
              <a:off x="734550" y="2149000"/>
              <a:ext cx="187750" cy="410625"/>
            </a:xfrm>
            <a:custGeom>
              <a:rect b="b" l="l" r="r" t="t"/>
              <a:pathLst>
                <a:path extrusionOk="0" h="16425" w="7510">
                  <a:moveTo>
                    <a:pt x="1972" y="0"/>
                  </a:moveTo>
                  <a:cubicBezTo>
                    <a:pt x="1141" y="0"/>
                    <a:pt x="349" y="148"/>
                    <a:pt x="349" y="148"/>
                  </a:cubicBezTo>
                  <a:cubicBezTo>
                    <a:pt x="349" y="148"/>
                    <a:pt x="1" y="1764"/>
                    <a:pt x="2424" y="5344"/>
                  </a:cubicBezTo>
                  <a:cubicBezTo>
                    <a:pt x="4794" y="8867"/>
                    <a:pt x="3451" y="16425"/>
                    <a:pt x="4087" y="16425"/>
                  </a:cubicBezTo>
                  <a:cubicBezTo>
                    <a:pt x="4097" y="16425"/>
                    <a:pt x="4108" y="16423"/>
                    <a:pt x="4120" y="16418"/>
                  </a:cubicBezTo>
                  <a:cubicBezTo>
                    <a:pt x="4817" y="16149"/>
                    <a:pt x="6528" y="13725"/>
                    <a:pt x="6860" y="11998"/>
                  </a:cubicBezTo>
                  <a:cubicBezTo>
                    <a:pt x="7177" y="10256"/>
                    <a:pt x="3945" y="9828"/>
                    <a:pt x="4452" y="8576"/>
                  </a:cubicBezTo>
                  <a:cubicBezTo>
                    <a:pt x="4515" y="8423"/>
                    <a:pt x="4603" y="8358"/>
                    <a:pt x="4709" y="8358"/>
                  </a:cubicBezTo>
                  <a:cubicBezTo>
                    <a:pt x="5368" y="8358"/>
                    <a:pt x="6733" y="10885"/>
                    <a:pt x="7175" y="10885"/>
                  </a:cubicBezTo>
                  <a:cubicBezTo>
                    <a:pt x="7239" y="10885"/>
                    <a:pt x="7283" y="10833"/>
                    <a:pt x="7304" y="10715"/>
                  </a:cubicBezTo>
                  <a:cubicBezTo>
                    <a:pt x="7510" y="9638"/>
                    <a:pt x="6955" y="6897"/>
                    <a:pt x="6575" y="6216"/>
                  </a:cubicBezTo>
                  <a:cubicBezTo>
                    <a:pt x="6195" y="5519"/>
                    <a:pt x="3058" y="4552"/>
                    <a:pt x="3011" y="4045"/>
                  </a:cubicBezTo>
                  <a:cubicBezTo>
                    <a:pt x="3001" y="3972"/>
                    <a:pt x="3063" y="3940"/>
                    <a:pt x="3174" y="3940"/>
                  </a:cubicBezTo>
                  <a:cubicBezTo>
                    <a:pt x="3828" y="3940"/>
                    <a:pt x="6211" y="5028"/>
                    <a:pt x="6211" y="5028"/>
                  </a:cubicBezTo>
                  <a:cubicBezTo>
                    <a:pt x="6005" y="4537"/>
                    <a:pt x="5862" y="4030"/>
                    <a:pt x="5783" y="3507"/>
                  </a:cubicBezTo>
                  <a:cubicBezTo>
                    <a:pt x="5577" y="2461"/>
                    <a:pt x="3185" y="2968"/>
                    <a:pt x="3106" y="2556"/>
                  </a:cubicBezTo>
                  <a:cubicBezTo>
                    <a:pt x="3066" y="2383"/>
                    <a:pt x="3447" y="2333"/>
                    <a:pt x="3902" y="2333"/>
                  </a:cubicBezTo>
                  <a:cubicBezTo>
                    <a:pt x="4533" y="2333"/>
                    <a:pt x="5308" y="2429"/>
                    <a:pt x="5308" y="2429"/>
                  </a:cubicBezTo>
                  <a:cubicBezTo>
                    <a:pt x="5308" y="2429"/>
                    <a:pt x="4389" y="1004"/>
                    <a:pt x="3565" y="354"/>
                  </a:cubicBezTo>
                  <a:cubicBezTo>
                    <a:pt x="3210" y="80"/>
                    <a:pt x="2581" y="0"/>
                    <a:pt x="197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7"/>
            <p:cNvSpPr/>
            <p:nvPr/>
          </p:nvSpPr>
          <p:spPr>
            <a:xfrm>
              <a:off x="758700" y="2118950"/>
              <a:ext cx="236475" cy="253100"/>
            </a:xfrm>
            <a:custGeom>
              <a:rect b="b" l="l" r="r" t="t"/>
              <a:pathLst>
                <a:path extrusionOk="0" h="10124" w="9459">
                  <a:moveTo>
                    <a:pt x="1992" y="1"/>
                  </a:moveTo>
                  <a:cubicBezTo>
                    <a:pt x="638" y="1"/>
                    <a:pt x="1" y="986"/>
                    <a:pt x="1" y="986"/>
                  </a:cubicBezTo>
                  <a:cubicBezTo>
                    <a:pt x="1" y="986"/>
                    <a:pt x="2615" y="2602"/>
                    <a:pt x="4199" y="4091"/>
                  </a:cubicBezTo>
                  <a:cubicBezTo>
                    <a:pt x="5685" y="5501"/>
                    <a:pt x="7398" y="10124"/>
                    <a:pt x="8153" y="10124"/>
                  </a:cubicBezTo>
                  <a:cubicBezTo>
                    <a:pt x="8196" y="10124"/>
                    <a:pt x="8235" y="10110"/>
                    <a:pt x="8271" y="10079"/>
                  </a:cubicBezTo>
                  <a:cubicBezTo>
                    <a:pt x="8936" y="9525"/>
                    <a:pt x="9459" y="6752"/>
                    <a:pt x="8825" y="5992"/>
                  </a:cubicBezTo>
                  <a:cubicBezTo>
                    <a:pt x="8192" y="5232"/>
                    <a:pt x="6465" y="5723"/>
                    <a:pt x="6290" y="5390"/>
                  </a:cubicBezTo>
                  <a:cubicBezTo>
                    <a:pt x="6183" y="5201"/>
                    <a:pt x="6937" y="5160"/>
                    <a:pt x="7610" y="5160"/>
                  </a:cubicBezTo>
                  <a:cubicBezTo>
                    <a:pt x="8123" y="5160"/>
                    <a:pt x="8588" y="5184"/>
                    <a:pt x="8588" y="5184"/>
                  </a:cubicBezTo>
                  <a:cubicBezTo>
                    <a:pt x="8588" y="5184"/>
                    <a:pt x="7732" y="3616"/>
                    <a:pt x="6988" y="3235"/>
                  </a:cubicBezTo>
                  <a:cubicBezTo>
                    <a:pt x="6227" y="2839"/>
                    <a:pt x="4041" y="3220"/>
                    <a:pt x="3993" y="2839"/>
                  </a:cubicBezTo>
                  <a:cubicBezTo>
                    <a:pt x="3943" y="2535"/>
                    <a:pt x="5504" y="2505"/>
                    <a:pt x="6131" y="2505"/>
                  </a:cubicBezTo>
                  <a:cubicBezTo>
                    <a:pt x="6287" y="2505"/>
                    <a:pt x="6386" y="2507"/>
                    <a:pt x="6386" y="2507"/>
                  </a:cubicBezTo>
                  <a:cubicBezTo>
                    <a:pt x="6386" y="2507"/>
                    <a:pt x="6021" y="2237"/>
                    <a:pt x="5324" y="1730"/>
                  </a:cubicBezTo>
                  <a:cubicBezTo>
                    <a:pt x="5200" y="1643"/>
                    <a:pt x="5059" y="1608"/>
                    <a:pt x="4911" y="1608"/>
                  </a:cubicBezTo>
                  <a:cubicBezTo>
                    <a:pt x="4336" y="1608"/>
                    <a:pt x="3654" y="2129"/>
                    <a:pt x="3432" y="2129"/>
                  </a:cubicBezTo>
                  <a:cubicBezTo>
                    <a:pt x="3389" y="2129"/>
                    <a:pt x="3364" y="2109"/>
                    <a:pt x="3360" y="2063"/>
                  </a:cubicBezTo>
                  <a:cubicBezTo>
                    <a:pt x="3328" y="1730"/>
                    <a:pt x="4912" y="1239"/>
                    <a:pt x="4912" y="1239"/>
                  </a:cubicBezTo>
                  <a:cubicBezTo>
                    <a:pt x="3710" y="302"/>
                    <a:pt x="2741" y="1"/>
                    <a:pt x="1992"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4" name="Google Shape;74;p7"/>
          <p:cNvSpPr/>
          <p:nvPr/>
        </p:nvSpPr>
        <p:spPr>
          <a:xfrm>
            <a:off x="-526025" y="-30750"/>
            <a:ext cx="2872380" cy="662903"/>
          </a:xfrm>
          <a:custGeom>
            <a:rect b="b" l="l" r="r" t="t"/>
            <a:pathLst>
              <a:path extrusionOk="0" h="5576" w="24161">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5" name="Google Shape;75;p7"/>
          <p:cNvGrpSpPr/>
          <p:nvPr/>
        </p:nvGrpSpPr>
        <p:grpSpPr>
          <a:xfrm>
            <a:off x="5345149" y="3713986"/>
            <a:ext cx="3798904" cy="1581934"/>
            <a:chOff x="5345149" y="3561586"/>
            <a:chExt cx="3798904" cy="1581934"/>
          </a:xfrm>
        </p:grpSpPr>
        <p:sp>
          <p:nvSpPr>
            <p:cNvPr id="76" name="Google Shape;76;p7"/>
            <p:cNvSpPr/>
            <p:nvPr/>
          </p:nvSpPr>
          <p:spPr>
            <a:xfrm>
              <a:off x="5345149" y="3561586"/>
              <a:ext cx="3798904" cy="1581934"/>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7"/>
            <p:cNvSpPr/>
            <p:nvPr/>
          </p:nvSpPr>
          <p:spPr>
            <a:xfrm>
              <a:off x="8359057" y="4098269"/>
              <a:ext cx="705789" cy="508567"/>
            </a:xfrm>
            <a:custGeom>
              <a:rect b="b" l="l" r="r" t="t"/>
              <a:pathLst>
                <a:path extrusionOk="0" h="8574" w="11899">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8" name="Google Shape;78;p7"/>
          <p:cNvSpPr/>
          <p:nvPr/>
        </p:nvSpPr>
        <p:spPr>
          <a:xfrm flipH="1">
            <a:off x="296597" y="4559475"/>
            <a:ext cx="689152" cy="253275"/>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7"/>
          <p:cNvSpPr txBox="1"/>
          <p:nvPr>
            <p:ph type="title"/>
          </p:nvPr>
        </p:nvSpPr>
        <p:spPr>
          <a:xfrm>
            <a:off x="715100" y="929750"/>
            <a:ext cx="3418200" cy="97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0" name="Google Shape;80;p7"/>
          <p:cNvSpPr txBox="1"/>
          <p:nvPr>
            <p:ph idx="1" type="body"/>
          </p:nvPr>
        </p:nvSpPr>
        <p:spPr>
          <a:xfrm>
            <a:off x="715100" y="1967950"/>
            <a:ext cx="3798900" cy="2322000"/>
          </a:xfrm>
          <a:prstGeom prst="rect">
            <a:avLst/>
          </a:prstGeom>
          <a:noFill/>
          <a:ln>
            <a:noFill/>
          </a:ln>
        </p:spPr>
        <p:txBody>
          <a:bodyPr anchorCtr="0" anchor="ctr" bIns="91425" lIns="91425" spcFirstLastPara="1" rIns="91425" wrap="square" tIns="91425">
            <a:noAutofit/>
          </a:bodyPr>
          <a:lstStyle>
            <a:lvl1pPr indent="-317500" lvl="0" marL="457200" algn="l">
              <a:lnSpc>
                <a:spcPct val="100000"/>
              </a:lnSpc>
              <a:spcBef>
                <a:spcPts val="0"/>
              </a:spcBef>
              <a:spcAft>
                <a:spcPts val="0"/>
              </a:spcAft>
              <a:buClr>
                <a:schemeClr val="dk1"/>
              </a:buClr>
              <a:buSzPts val="1400"/>
              <a:buChar char="●"/>
              <a:defRPr sz="1400">
                <a:solidFill>
                  <a:srgbClr val="434343"/>
                </a:solidFill>
                <a:latin typeface="Roboto"/>
                <a:ea typeface="Roboto"/>
                <a:cs typeface="Roboto"/>
                <a:sym typeface="Roboto"/>
              </a:defRPr>
            </a:lvl1pPr>
            <a:lvl2pPr indent="-317500" lvl="1" marL="914400" algn="l">
              <a:lnSpc>
                <a:spcPct val="115000"/>
              </a:lnSpc>
              <a:spcBef>
                <a:spcPts val="0"/>
              </a:spcBef>
              <a:spcAft>
                <a:spcPts val="0"/>
              </a:spcAft>
              <a:buClr>
                <a:srgbClr val="EFF8FF"/>
              </a:buClr>
              <a:buSzPts val="1400"/>
              <a:buFont typeface="Roboto"/>
              <a:buChar char="○"/>
              <a:defRPr>
                <a:solidFill>
                  <a:srgbClr val="434343"/>
                </a:solidFill>
              </a:defRPr>
            </a:lvl2pPr>
            <a:lvl3pPr indent="-317500" lvl="2" marL="1371600" algn="l">
              <a:lnSpc>
                <a:spcPct val="115000"/>
              </a:lnSpc>
              <a:spcBef>
                <a:spcPts val="0"/>
              </a:spcBef>
              <a:spcAft>
                <a:spcPts val="0"/>
              </a:spcAft>
              <a:buClr>
                <a:srgbClr val="EFF8FF"/>
              </a:buClr>
              <a:buSzPts val="1400"/>
              <a:buFont typeface="Roboto"/>
              <a:buChar char="■"/>
              <a:defRPr>
                <a:solidFill>
                  <a:srgbClr val="434343"/>
                </a:solidFill>
              </a:defRPr>
            </a:lvl3pPr>
            <a:lvl4pPr indent="-317500" lvl="3" marL="1828800" algn="l">
              <a:lnSpc>
                <a:spcPct val="115000"/>
              </a:lnSpc>
              <a:spcBef>
                <a:spcPts val="0"/>
              </a:spcBef>
              <a:spcAft>
                <a:spcPts val="0"/>
              </a:spcAft>
              <a:buClr>
                <a:srgbClr val="EFF8FF"/>
              </a:buClr>
              <a:buSzPts val="1400"/>
              <a:buFont typeface="Roboto"/>
              <a:buChar char="●"/>
              <a:defRPr>
                <a:solidFill>
                  <a:srgbClr val="434343"/>
                </a:solidFill>
              </a:defRPr>
            </a:lvl4pPr>
            <a:lvl5pPr indent="-317500" lvl="4" marL="2286000" algn="l">
              <a:lnSpc>
                <a:spcPct val="115000"/>
              </a:lnSpc>
              <a:spcBef>
                <a:spcPts val="0"/>
              </a:spcBef>
              <a:spcAft>
                <a:spcPts val="0"/>
              </a:spcAft>
              <a:buClr>
                <a:srgbClr val="EFF8FF"/>
              </a:buClr>
              <a:buSzPts val="1400"/>
              <a:buFont typeface="Roboto"/>
              <a:buChar char="○"/>
              <a:defRPr>
                <a:solidFill>
                  <a:srgbClr val="434343"/>
                </a:solidFill>
              </a:defRPr>
            </a:lvl5pPr>
            <a:lvl6pPr indent="-317500" lvl="5" marL="2743200" algn="l">
              <a:lnSpc>
                <a:spcPct val="115000"/>
              </a:lnSpc>
              <a:spcBef>
                <a:spcPts val="0"/>
              </a:spcBef>
              <a:spcAft>
                <a:spcPts val="0"/>
              </a:spcAft>
              <a:buClr>
                <a:srgbClr val="EFF8FF"/>
              </a:buClr>
              <a:buSzPts val="1400"/>
              <a:buFont typeface="Roboto"/>
              <a:buChar char="■"/>
              <a:defRPr>
                <a:solidFill>
                  <a:srgbClr val="434343"/>
                </a:solidFill>
              </a:defRPr>
            </a:lvl6pPr>
            <a:lvl7pPr indent="-317500" lvl="6" marL="3200400" algn="l">
              <a:lnSpc>
                <a:spcPct val="115000"/>
              </a:lnSpc>
              <a:spcBef>
                <a:spcPts val="0"/>
              </a:spcBef>
              <a:spcAft>
                <a:spcPts val="0"/>
              </a:spcAft>
              <a:buClr>
                <a:srgbClr val="EFF8FF"/>
              </a:buClr>
              <a:buSzPts val="1400"/>
              <a:buFont typeface="Roboto"/>
              <a:buChar char="●"/>
              <a:defRPr>
                <a:solidFill>
                  <a:srgbClr val="434343"/>
                </a:solidFill>
              </a:defRPr>
            </a:lvl7pPr>
            <a:lvl8pPr indent="-317500" lvl="7" marL="3657600" algn="l">
              <a:lnSpc>
                <a:spcPct val="115000"/>
              </a:lnSpc>
              <a:spcBef>
                <a:spcPts val="0"/>
              </a:spcBef>
              <a:spcAft>
                <a:spcPts val="0"/>
              </a:spcAft>
              <a:buClr>
                <a:srgbClr val="EFF8FF"/>
              </a:buClr>
              <a:buSzPts val="1400"/>
              <a:buFont typeface="Roboto"/>
              <a:buChar char="○"/>
              <a:defRPr>
                <a:solidFill>
                  <a:srgbClr val="434343"/>
                </a:solidFill>
              </a:defRPr>
            </a:lvl8pPr>
            <a:lvl9pPr indent="-317500" lvl="8" marL="4114800" algn="l">
              <a:lnSpc>
                <a:spcPct val="115000"/>
              </a:lnSpc>
              <a:spcBef>
                <a:spcPts val="0"/>
              </a:spcBef>
              <a:spcAft>
                <a:spcPts val="0"/>
              </a:spcAft>
              <a:buClr>
                <a:srgbClr val="EFF8FF"/>
              </a:buClr>
              <a:buSzPts val="1400"/>
              <a:buFont typeface="Roboto"/>
              <a:buChar char="■"/>
              <a:defRPr>
                <a:solidFill>
                  <a:srgbClr val="434343"/>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1" name="Shape 81"/>
        <p:cNvGrpSpPr/>
        <p:nvPr/>
      </p:nvGrpSpPr>
      <p:grpSpPr>
        <a:xfrm>
          <a:off x="0" y="0"/>
          <a:ext cx="0" cy="0"/>
          <a:chOff x="0" y="0"/>
          <a:chExt cx="0" cy="0"/>
        </a:xfrm>
      </p:grpSpPr>
      <p:grpSp>
        <p:nvGrpSpPr>
          <p:cNvPr id="82" name="Google Shape;82;p8"/>
          <p:cNvGrpSpPr/>
          <p:nvPr/>
        </p:nvGrpSpPr>
        <p:grpSpPr>
          <a:xfrm rot="10800000">
            <a:off x="-708892" y="-678506"/>
            <a:ext cx="4316568" cy="2438231"/>
            <a:chOff x="5533491" y="3107351"/>
            <a:chExt cx="4316568" cy="2438231"/>
          </a:xfrm>
        </p:grpSpPr>
        <p:sp>
          <p:nvSpPr>
            <p:cNvPr id="83" name="Google Shape;83;p8"/>
            <p:cNvSpPr/>
            <p:nvPr/>
          </p:nvSpPr>
          <p:spPr>
            <a:xfrm flipH="1">
              <a:off x="5533491" y="3107351"/>
              <a:ext cx="3843000" cy="2188447"/>
            </a:xfrm>
            <a:custGeom>
              <a:rect b="b" l="l" r="r" t="t"/>
              <a:pathLst>
                <a:path extrusionOk="0" h="20696" w="36343">
                  <a:moveTo>
                    <a:pt x="5048" y="0"/>
                  </a:moveTo>
                  <a:cubicBezTo>
                    <a:pt x="4983" y="0"/>
                    <a:pt x="4916" y="2"/>
                    <a:pt x="4848" y="5"/>
                  </a:cubicBezTo>
                  <a:cubicBezTo>
                    <a:pt x="1030" y="163"/>
                    <a:pt x="1426" y="5074"/>
                    <a:pt x="1426" y="5074"/>
                  </a:cubicBezTo>
                  <a:cubicBezTo>
                    <a:pt x="1066" y="4534"/>
                    <a:pt x="739" y="4387"/>
                    <a:pt x="489" y="4387"/>
                  </a:cubicBezTo>
                  <a:cubicBezTo>
                    <a:pt x="189" y="4387"/>
                    <a:pt x="0" y="4599"/>
                    <a:pt x="0" y="4599"/>
                  </a:cubicBezTo>
                  <a:lnTo>
                    <a:pt x="0" y="20695"/>
                  </a:lnTo>
                  <a:lnTo>
                    <a:pt x="34774" y="20695"/>
                  </a:lnTo>
                  <a:cubicBezTo>
                    <a:pt x="34774" y="20695"/>
                    <a:pt x="36343" y="18667"/>
                    <a:pt x="34774" y="17226"/>
                  </a:cubicBezTo>
                  <a:cubicBezTo>
                    <a:pt x="34406" y="16884"/>
                    <a:pt x="33993" y="16753"/>
                    <a:pt x="33576" y="16753"/>
                  </a:cubicBezTo>
                  <a:cubicBezTo>
                    <a:pt x="32215" y="16753"/>
                    <a:pt x="30814" y="18145"/>
                    <a:pt x="30814" y="18145"/>
                  </a:cubicBezTo>
                  <a:cubicBezTo>
                    <a:pt x="30814" y="18145"/>
                    <a:pt x="35678" y="10493"/>
                    <a:pt x="29657" y="9700"/>
                  </a:cubicBezTo>
                  <a:cubicBezTo>
                    <a:pt x="29356" y="9661"/>
                    <a:pt x="29066" y="9642"/>
                    <a:pt x="28785" y="9642"/>
                  </a:cubicBezTo>
                  <a:cubicBezTo>
                    <a:pt x="23453" y="9642"/>
                    <a:pt x="21752" y="16434"/>
                    <a:pt x="21752" y="16434"/>
                  </a:cubicBezTo>
                  <a:cubicBezTo>
                    <a:pt x="21300" y="14635"/>
                    <a:pt x="20279" y="14260"/>
                    <a:pt x="19505" y="14260"/>
                  </a:cubicBezTo>
                  <a:cubicBezTo>
                    <a:pt x="18949" y="14260"/>
                    <a:pt x="18520" y="14453"/>
                    <a:pt x="18520" y="14453"/>
                  </a:cubicBezTo>
                  <a:cubicBezTo>
                    <a:pt x="18520" y="14453"/>
                    <a:pt x="23843" y="9748"/>
                    <a:pt x="20358" y="5470"/>
                  </a:cubicBezTo>
                  <a:cubicBezTo>
                    <a:pt x="19312" y="4182"/>
                    <a:pt x="18042" y="3731"/>
                    <a:pt x="16776" y="3731"/>
                  </a:cubicBezTo>
                  <a:cubicBezTo>
                    <a:pt x="13825" y="3731"/>
                    <a:pt x="10900" y="6183"/>
                    <a:pt x="10900" y="6183"/>
                  </a:cubicBezTo>
                  <a:cubicBezTo>
                    <a:pt x="10900" y="6183"/>
                    <a:pt x="11977" y="4203"/>
                    <a:pt x="10393" y="3649"/>
                  </a:cubicBezTo>
                  <a:cubicBezTo>
                    <a:pt x="10146" y="3562"/>
                    <a:pt x="9913" y="3526"/>
                    <a:pt x="9696" y="3526"/>
                  </a:cubicBezTo>
                  <a:cubicBezTo>
                    <a:pt x="8513" y="3526"/>
                    <a:pt x="7779" y="4599"/>
                    <a:pt x="7779" y="4599"/>
                  </a:cubicBezTo>
                  <a:cubicBezTo>
                    <a:pt x="7779" y="4599"/>
                    <a:pt x="8619" y="0"/>
                    <a:pt x="504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8"/>
            <p:cNvSpPr/>
            <p:nvPr/>
          </p:nvSpPr>
          <p:spPr>
            <a:xfrm flipH="1" rot="-3388888">
              <a:off x="7922978" y="3874096"/>
              <a:ext cx="1863989" cy="1152521"/>
            </a:xfrm>
            <a:custGeom>
              <a:rect b="b" l="l" r="r" t="t"/>
              <a:pathLst>
                <a:path extrusionOk="0" h="14508" w="23464">
                  <a:moveTo>
                    <a:pt x="22082" y="1"/>
                  </a:moveTo>
                  <a:cubicBezTo>
                    <a:pt x="19735" y="1"/>
                    <a:pt x="19297" y="2530"/>
                    <a:pt x="19297" y="2530"/>
                  </a:cubicBezTo>
                  <a:cubicBezTo>
                    <a:pt x="18986" y="2504"/>
                    <a:pt x="18692" y="2492"/>
                    <a:pt x="18413" y="2492"/>
                  </a:cubicBezTo>
                  <a:cubicBezTo>
                    <a:pt x="13356" y="2492"/>
                    <a:pt x="13356" y="6491"/>
                    <a:pt x="13356" y="6491"/>
                  </a:cubicBezTo>
                  <a:cubicBezTo>
                    <a:pt x="7716" y="7489"/>
                    <a:pt x="9110" y="11339"/>
                    <a:pt x="9110" y="11339"/>
                  </a:cubicBezTo>
                  <a:cubicBezTo>
                    <a:pt x="7422" y="9436"/>
                    <a:pt x="5710" y="8844"/>
                    <a:pt x="4233" y="8844"/>
                  </a:cubicBezTo>
                  <a:cubicBezTo>
                    <a:pt x="1798" y="8844"/>
                    <a:pt x="0" y="10451"/>
                    <a:pt x="0" y="10451"/>
                  </a:cubicBezTo>
                  <a:cubicBezTo>
                    <a:pt x="653" y="10330"/>
                    <a:pt x="1275" y="10276"/>
                    <a:pt x="1864" y="10276"/>
                  </a:cubicBezTo>
                  <a:cubicBezTo>
                    <a:pt x="7068" y="10276"/>
                    <a:pt x="9791" y="14507"/>
                    <a:pt x="9791" y="14507"/>
                  </a:cubicBezTo>
                  <a:cubicBezTo>
                    <a:pt x="10092" y="8281"/>
                    <a:pt x="15051" y="7489"/>
                    <a:pt x="15051" y="7489"/>
                  </a:cubicBezTo>
                  <a:cubicBezTo>
                    <a:pt x="15637" y="3623"/>
                    <a:pt x="20485" y="3322"/>
                    <a:pt x="20485" y="3322"/>
                  </a:cubicBezTo>
                  <a:cubicBezTo>
                    <a:pt x="20691" y="756"/>
                    <a:pt x="23463" y="249"/>
                    <a:pt x="23463" y="249"/>
                  </a:cubicBezTo>
                  <a:cubicBezTo>
                    <a:pt x="22942" y="75"/>
                    <a:pt x="22484" y="1"/>
                    <a:pt x="22082"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5" name="Google Shape;85;p8"/>
          <p:cNvSpPr/>
          <p:nvPr/>
        </p:nvSpPr>
        <p:spPr>
          <a:xfrm flipH="1">
            <a:off x="7391561" y="-184725"/>
            <a:ext cx="1578207" cy="1439473"/>
          </a:xfrm>
          <a:custGeom>
            <a:rect b="b" l="l" r="r" t="t"/>
            <a:pathLst>
              <a:path extrusionOk="0" h="13613" w="14925">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8"/>
          <p:cNvSpPr/>
          <p:nvPr/>
        </p:nvSpPr>
        <p:spPr>
          <a:xfrm flipH="1">
            <a:off x="5574533" y="534997"/>
            <a:ext cx="3632400" cy="76534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8"/>
          <p:cNvSpPr/>
          <p:nvPr/>
        </p:nvSpPr>
        <p:spPr>
          <a:xfrm flipH="1">
            <a:off x="4249377" y="991520"/>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8"/>
          <p:cNvSpPr/>
          <p:nvPr/>
        </p:nvSpPr>
        <p:spPr>
          <a:xfrm flipH="1">
            <a:off x="7471324" y="2867748"/>
            <a:ext cx="511651" cy="460401"/>
          </a:xfrm>
          <a:custGeom>
            <a:rect b="b" l="l" r="r" t="t"/>
            <a:pathLst>
              <a:path extrusionOk="0" h="1284" w="1427">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8"/>
          <p:cNvSpPr/>
          <p:nvPr/>
        </p:nvSpPr>
        <p:spPr>
          <a:xfrm flipH="1">
            <a:off x="-22" y="3501134"/>
            <a:ext cx="4088915" cy="1700987"/>
          </a:xfrm>
          <a:custGeom>
            <a:rect b="b" l="l" r="r" t="t"/>
            <a:pathLst>
              <a:path extrusionOk="0" h="22085" w="53089">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0" name="Google Shape;90;p8"/>
          <p:cNvGrpSpPr/>
          <p:nvPr/>
        </p:nvGrpSpPr>
        <p:grpSpPr>
          <a:xfrm>
            <a:off x="5059477" y="3501153"/>
            <a:ext cx="4084575" cy="1700948"/>
            <a:chOff x="5059477" y="3501153"/>
            <a:chExt cx="4084575" cy="1700948"/>
          </a:xfrm>
        </p:grpSpPr>
        <p:sp>
          <p:nvSpPr>
            <p:cNvPr id="91" name="Google Shape;91;p8"/>
            <p:cNvSpPr/>
            <p:nvPr/>
          </p:nvSpPr>
          <p:spPr>
            <a:xfrm>
              <a:off x="5059477" y="3501153"/>
              <a:ext cx="4084575" cy="1700948"/>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8"/>
            <p:cNvSpPr/>
            <p:nvPr/>
          </p:nvSpPr>
          <p:spPr>
            <a:xfrm>
              <a:off x="7391552" y="4351448"/>
              <a:ext cx="916461" cy="660369"/>
            </a:xfrm>
            <a:custGeom>
              <a:rect b="b" l="l" r="r" t="t"/>
              <a:pathLst>
                <a:path extrusionOk="0" h="8574" w="11899">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3" name="Google Shape;93;p8"/>
          <p:cNvSpPr/>
          <p:nvPr/>
        </p:nvSpPr>
        <p:spPr>
          <a:xfrm flipH="1">
            <a:off x="960774" y="2571752"/>
            <a:ext cx="555751" cy="355842"/>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8"/>
          <p:cNvSpPr txBox="1"/>
          <p:nvPr>
            <p:ph type="title"/>
          </p:nvPr>
        </p:nvSpPr>
        <p:spPr>
          <a:xfrm>
            <a:off x="1752450" y="1405050"/>
            <a:ext cx="5639100" cy="233340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SzPts val="6000"/>
              <a:buNone/>
              <a:defRPr sz="8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95" name="Shape 95"/>
        <p:cNvGrpSpPr/>
        <p:nvPr/>
      </p:nvGrpSpPr>
      <p:grpSpPr>
        <a:xfrm>
          <a:off x="0" y="0"/>
          <a:ext cx="0" cy="0"/>
          <a:chOff x="0" y="0"/>
          <a:chExt cx="0" cy="0"/>
        </a:xfrm>
      </p:grpSpPr>
      <p:grpSp>
        <p:nvGrpSpPr>
          <p:cNvPr id="96" name="Google Shape;96;p9"/>
          <p:cNvGrpSpPr/>
          <p:nvPr/>
        </p:nvGrpSpPr>
        <p:grpSpPr>
          <a:xfrm>
            <a:off x="7017457" y="98431"/>
            <a:ext cx="2513890" cy="2854154"/>
            <a:chOff x="652975" y="879525"/>
            <a:chExt cx="838075" cy="951575"/>
          </a:xfrm>
        </p:grpSpPr>
        <p:sp>
          <p:nvSpPr>
            <p:cNvPr id="97" name="Google Shape;97;p9"/>
            <p:cNvSpPr/>
            <p:nvPr/>
          </p:nvSpPr>
          <p:spPr>
            <a:xfrm>
              <a:off x="653750" y="1109175"/>
              <a:ext cx="361625" cy="332250"/>
            </a:xfrm>
            <a:custGeom>
              <a:rect b="b" l="l" r="r" t="t"/>
              <a:pathLst>
                <a:path extrusionOk="0" h="13290" w="14465">
                  <a:moveTo>
                    <a:pt x="10359" y="0"/>
                  </a:moveTo>
                  <a:cubicBezTo>
                    <a:pt x="9828" y="0"/>
                    <a:pt x="9234" y="108"/>
                    <a:pt x="8572" y="360"/>
                  </a:cubicBezTo>
                  <a:cubicBezTo>
                    <a:pt x="8572" y="360"/>
                    <a:pt x="10789" y="2214"/>
                    <a:pt x="10504" y="2325"/>
                  </a:cubicBezTo>
                  <a:cubicBezTo>
                    <a:pt x="10497" y="2327"/>
                    <a:pt x="10488" y="2328"/>
                    <a:pt x="10479" y="2328"/>
                  </a:cubicBezTo>
                  <a:cubicBezTo>
                    <a:pt x="10127" y="2328"/>
                    <a:pt x="8476" y="758"/>
                    <a:pt x="7596" y="758"/>
                  </a:cubicBezTo>
                  <a:cubicBezTo>
                    <a:pt x="7549" y="758"/>
                    <a:pt x="7505" y="763"/>
                    <a:pt x="7463" y="772"/>
                  </a:cubicBezTo>
                  <a:cubicBezTo>
                    <a:pt x="6607" y="946"/>
                    <a:pt x="6354" y="1184"/>
                    <a:pt x="6354" y="1184"/>
                  </a:cubicBezTo>
                  <a:cubicBezTo>
                    <a:pt x="6354" y="1184"/>
                    <a:pt x="9966" y="2515"/>
                    <a:pt x="9348" y="3006"/>
                  </a:cubicBezTo>
                  <a:cubicBezTo>
                    <a:pt x="9284" y="3057"/>
                    <a:pt x="9204" y="3079"/>
                    <a:pt x="9111" y="3079"/>
                  </a:cubicBezTo>
                  <a:cubicBezTo>
                    <a:pt x="8382" y="3079"/>
                    <a:pt x="6839" y="1702"/>
                    <a:pt x="5813" y="1702"/>
                  </a:cubicBezTo>
                  <a:cubicBezTo>
                    <a:pt x="5701" y="1702"/>
                    <a:pt x="5596" y="1718"/>
                    <a:pt x="5498" y="1754"/>
                  </a:cubicBezTo>
                  <a:cubicBezTo>
                    <a:pt x="4389" y="2166"/>
                    <a:pt x="1759" y="3941"/>
                    <a:pt x="1759" y="3941"/>
                  </a:cubicBezTo>
                  <a:cubicBezTo>
                    <a:pt x="1759" y="3941"/>
                    <a:pt x="5641" y="4701"/>
                    <a:pt x="5213" y="5145"/>
                  </a:cubicBezTo>
                  <a:cubicBezTo>
                    <a:pt x="5153" y="5202"/>
                    <a:pt x="5042" y="5226"/>
                    <a:pt x="4892" y="5226"/>
                  </a:cubicBezTo>
                  <a:cubicBezTo>
                    <a:pt x="4179" y="5226"/>
                    <a:pt x="2597" y="4688"/>
                    <a:pt x="1619" y="4688"/>
                  </a:cubicBezTo>
                  <a:cubicBezTo>
                    <a:pt x="1272" y="4688"/>
                    <a:pt x="1001" y="4756"/>
                    <a:pt x="872" y="4939"/>
                  </a:cubicBezTo>
                  <a:cubicBezTo>
                    <a:pt x="286" y="5747"/>
                    <a:pt x="1" y="8186"/>
                    <a:pt x="1" y="8186"/>
                  </a:cubicBezTo>
                  <a:cubicBezTo>
                    <a:pt x="1" y="8186"/>
                    <a:pt x="1515" y="7492"/>
                    <a:pt x="2171" y="7492"/>
                  </a:cubicBezTo>
                  <a:cubicBezTo>
                    <a:pt x="2319" y="7492"/>
                    <a:pt x="2424" y="7528"/>
                    <a:pt x="2456" y="7616"/>
                  </a:cubicBezTo>
                  <a:cubicBezTo>
                    <a:pt x="2631" y="8076"/>
                    <a:pt x="460" y="8884"/>
                    <a:pt x="365" y="9185"/>
                  </a:cubicBezTo>
                  <a:cubicBezTo>
                    <a:pt x="286" y="9470"/>
                    <a:pt x="1601" y="11450"/>
                    <a:pt x="1791" y="13050"/>
                  </a:cubicBezTo>
                  <a:cubicBezTo>
                    <a:pt x="1810" y="13214"/>
                    <a:pt x="1833" y="13290"/>
                    <a:pt x="1863" y="13290"/>
                  </a:cubicBezTo>
                  <a:cubicBezTo>
                    <a:pt x="2125" y="13290"/>
                    <a:pt x="2954" y="7541"/>
                    <a:pt x="7304" y="5224"/>
                  </a:cubicBezTo>
                  <a:cubicBezTo>
                    <a:pt x="10379" y="3586"/>
                    <a:pt x="12013" y="3287"/>
                    <a:pt x="12798" y="3287"/>
                  </a:cubicBezTo>
                  <a:cubicBezTo>
                    <a:pt x="13250" y="3287"/>
                    <a:pt x="13419" y="3386"/>
                    <a:pt x="13419" y="3386"/>
                  </a:cubicBezTo>
                  <a:lnTo>
                    <a:pt x="11994" y="4036"/>
                  </a:lnTo>
                  <a:lnTo>
                    <a:pt x="14465" y="3861"/>
                  </a:lnTo>
                  <a:cubicBezTo>
                    <a:pt x="14465" y="3861"/>
                    <a:pt x="13535" y="0"/>
                    <a:pt x="1035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9"/>
            <p:cNvSpPr/>
            <p:nvPr/>
          </p:nvSpPr>
          <p:spPr>
            <a:xfrm>
              <a:off x="871200" y="1180350"/>
              <a:ext cx="172300" cy="472975"/>
            </a:xfrm>
            <a:custGeom>
              <a:rect b="b" l="l" r="r" t="t"/>
              <a:pathLst>
                <a:path extrusionOk="0" h="18919" w="6892">
                  <a:moveTo>
                    <a:pt x="6106" y="0"/>
                  </a:moveTo>
                  <a:cubicBezTo>
                    <a:pt x="5666" y="0"/>
                    <a:pt x="3360" y="39"/>
                    <a:pt x="2630" y="840"/>
                  </a:cubicBezTo>
                  <a:cubicBezTo>
                    <a:pt x="1822" y="1727"/>
                    <a:pt x="1078" y="3502"/>
                    <a:pt x="1078" y="3502"/>
                  </a:cubicBezTo>
                  <a:cubicBezTo>
                    <a:pt x="1078" y="3502"/>
                    <a:pt x="2540" y="3060"/>
                    <a:pt x="3222" y="3060"/>
                  </a:cubicBezTo>
                  <a:cubicBezTo>
                    <a:pt x="3435" y="3060"/>
                    <a:pt x="3572" y="3103"/>
                    <a:pt x="3565" y="3217"/>
                  </a:cubicBezTo>
                  <a:cubicBezTo>
                    <a:pt x="3549" y="3692"/>
                    <a:pt x="777" y="3581"/>
                    <a:pt x="745" y="4801"/>
                  </a:cubicBezTo>
                  <a:cubicBezTo>
                    <a:pt x="761" y="5403"/>
                    <a:pt x="697" y="6005"/>
                    <a:pt x="571" y="6591"/>
                  </a:cubicBezTo>
                  <a:cubicBezTo>
                    <a:pt x="571" y="6591"/>
                    <a:pt x="3212" y="4784"/>
                    <a:pt x="3832" y="4784"/>
                  </a:cubicBezTo>
                  <a:cubicBezTo>
                    <a:pt x="3911" y="4784"/>
                    <a:pt x="3957" y="4814"/>
                    <a:pt x="3961" y="4880"/>
                  </a:cubicBezTo>
                  <a:cubicBezTo>
                    <a:pt x="3993" y="5466"/>
                    <a:pt x="681" y="7146"/>
                    <a:pt x="396" y="7985"/>
                  </a:cubicBezTo>
                  <a:cubicBezTo>
                    <a:pt x="111" y="8825"/>
                    <a:pt x="0" y="11993"/>
                    <a:pt x="444" y="13166"/>
                  </a:cubicBezTo>
                  <a:cubicBezTo>
                    <a:pt x="486" y="13282"/>
                    <a:pt x="539" y="13333"/>
                    <a:pt x="601" y="13333"/>
                  </a:cubicBezTo>
                  <a:cubicBezTo>
                    <a:pt x="1100" y="13333"/>
                    <a:pt x="2182" y="10016"/>
                    <a:pt x="2930" y="10016"/>
                  </a:cubicBezTo>
                  <a:cubicBezTo>
                    <a:pt x="3033" y="10016"/>
                    <a:pt x="3129" y="10078"/>
                    <a:pt x="3216" y="10219"/>
                  </a:cubicBezTo>
                  <a:cubicBezTo>
                    <a:pt x="4024" y="11518"/>
                    <a:pt x="507" y="12611"/>
                    <a:pt x="1188" y="14497"/>
                  </a:cubicBezTo>
                  <a:cubicBezTo>
                    <a:pt x="1886" y="16366"/>
                    <a:pt x="4278" y="18758"/>
                    <a:pt x="5117" y="18917"/>
                  </a:cubicBezTo>
                  <a:cubicBezTo>
                    <a:pt x="5125" y="18918"/>
                    <a:pt x="5132" y="18919"/>
                    <a:pt x="5139" y="18919"/>
                  </a:cubicBezTo>
                  <a:cubicBezTo>
                    <a:pt x="5884" y="18919"/>
                    <a:pt x="2871" y="10637"/>
                    <a:pt x="4864" y="6211"/>
                  </a:cubicBezTo>
                  <a:cubicBezTo>
                    <a:pt x="6892" y="1727"/>
                    <a:pt x="6179" y="1"/>
                    <a:pt x="6179" y="1"/>
                  </a:cubicBezTo>
                  <a:cubicBezTo>
                    <a:pt x="6179" y="1"/>
                    <a:pt x="6153" y="0"/>
                    <a:pt x="610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9"/>
            <p:cNvSpPr/>
            <p:nvPr/>
          </p:nvSpPr>
          <p:spPr>
            <a:xfrm>
              <a:off x="974175" y="1171250"/>
              <a:ext cx="207950" cy="334625"/>
            </a:xfrm>
            <a:custGeom>
              <a:rect b="b" l="l" r="r" t="t"/>
              <a:pathLst>
                <a:path extrusionOk="0" h="13385" w="8318">
                  <a:moveTo>
                    <a:pt x="3216" y="0"/>
                  </a:moveTo>
                  <a:cubicBezTo>
                    <a:pt x="3216" y="0"/>
                    <a:pt x="0" y="143"/>
                    <a:pt x="634" y="4959"/>
                  </a:cubicBezTo>
                  <a:cubicBezTo>
                    <a:pt x="634" y="4959"/>
                    <a:pt x="1813" y="3887"/>
                    <a:pt x="2249" y="3887"/>
                  </a:cubicBezTo>
                  <a:cubicBezTo>
                    <a:pt x="2287" y="3887"/>
                    <a:pt x="2320" y="3895"/>
                    <a:pt x="2345" y="3913"/>
                  </a:cubicBezTo>
                  <a:cubicBezTo>
                    <a:pt x="2662" y="4135"/>
                    <a:pt x="808" y="4674"/>
                    <a:pt x="888" y="5640"/>
                  </a:cubicBezTo>
                  <a:cubicBezTo>
                    <a:pt x="983" y="6607"/>
                    <a:pt x="1030" y="7129"/>
                    <a:pt x="1030" y="7129"/>
                  </a:cubicBezTo>
                  <a:cubicBezTo>
                    <a:pt x="1030" y="7129"/>
                    <a:pt x="2246" y="4952"/>
                    <a:pt x="2661" y="4952"/>
                  </a:cubicBezTo>
                  <a:cubicBezTo>
                    <a:pt x="2685" y="4952"/>
                    <a:pt x="2707" y="4959"/>
                    <a:pt x="2725" y="4975"/>
                  </a:cubicBezTo>
                  <a:cubicBezTo>
                    <a:pt x="3074" y="5244"/>
                    <a:pt x="1442" y="7177"/>
                    <a:pt x="1394" y="8127"/>
                  </a:cubicBezTo>
                  <a:cubicBezTo>
                    <a:pt x="1347" y="9078"/>
                    <a:pt x="2393" y="10821"/>
                    <a:pt x="2393" y="10821"/>
                  </a:cubicBezTo>
                  <a:cubicBezTo>
                    <a:pt x="2393" y="10821"/>
                    <a:pt x="3521" y="8646"/>
                    <a:pt x="3854" y="8646"/>
                  </a:cubicBezTo>
                  <a:cubicBezTo>
                    <a:pt x="3878" y="8646"/>
                    <a:pt x="3898" y="8657"/>
                    <a:pt x="3913" y="8682"/>
                  </a:cubicBezTo>
                  <a:cubicBezTo>
                    <a:pt x="4135" y="9046"/>
                    <a:pt x="2662" y="10456"/>
                    <a:pt x="3042" y="11518"/>
                  </a:cubicBezTo>
                  <a:cubicBezTo>
                    <a:pt x="3389" y="12433"/>
                    <a:pt x="5726" y="13385"/>
                    <a:pt x="6930" y="13385"/>
                  </a:cubicBezTo>
                  <a:cubicBezTo>
                    <a:pt x="7102" y="13385"/>
                    <a:pt x="7251" y="13365"/>
                    <a:pt x="7367" y="13324"/>
                  </a:cubicBezTo>
                  <a:cubicBezTo>
                    <a:pt x="8318" y="12975"/>
                    <a:pt x="4389" y="8286"/>
                    <a:pt x="3834" y="5894"/>
                  </a:cubicBezTo>
                  <a:cubicBezTo>
                    <a:pt x="3296" y="3501"/>
                    <a:pt x="3216" y="0"/>
                    <a:pt x="321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9"/>
            <p:cNvSpPr/>
            <p:nvPr/>
          </p:nvSpPr>
          <p:spPr>
            <a:xfrm>
              <a:off x="652975" y="1026200"/>
              <a:ext cx="389350" cy="176350"/>
            </a:xfrm>
            <a:custGeom>
              <a:rect b="b" l="l" r="r" t="t"/>
              <a:pathLst>
                <a:path extrusionOk="0" h="7054" w="15574">
                  <a:moveTo>
                    <a:pt x="5673" y="0"/>
                  </a:moveTo>
                  <a:cubicBezTo>
                    <a:pt x="5394" y="0"/>
                    <a:pt x="5116" y="66"/>
                    <a:pt x="4848" y="226"/>
                  </a:cubicBezTo>
                  <a:cubicBezTo>
                    <a:pt x="4848" y="226"/>
                    <a:pt x="6844" y="1445"/>
                    <a:pt x="6305" y="1794"/>
                  </a:cubicBezTo>
                  <a:cubicBezTo>
                    <a:pt x="6262" y="1821"/>
                    <a:pt x="6212" y="1834"/>
                    <a:pt x="6155" y="1834"/>
                  </a:cubicBezTo>
                  <a:cubicBezTo>
                    <a:pt x="5653" y="1834"/>
                    <a:pt x="4666" y="855"/>
                    <a:pt x="3904" y="855"/>
                  </a:cubicBezTo>
                  <a:cubicBezTo>
                    <a:pt x="3715" y="855"/>
                    <a:pt x="3540" y="915"/>
                    <a:pt x="3390" y="1065"/>
                  </a:cubicBezTo>
                  <a:cubicBezTo>
                    <a:pt x="2551" y="1873"/>
                    <a:pt x="1980" y="2570"/>
                    <a:pt x="1980" y="2570"/>
                  </a:cubicBezTo>
                  <a:cubicBezTo>
                    <a:pt x="1980" y="2570"/>
                    <a:pt x="2473" y="2513"/>
                    <a:pt x="2896" y="2513"/>
                  </a:cubicBezTo>
                  <a:cubicBezTo>
                    <a:pt x="3304" y="2513"/>
                    <a:pt x="3648" y="2566"/>
                    <a:pt x="3422" y="2776"/>
                  </a:cubicBezTo>
                  <a:cubicBezTo>
                    <a:pt x="2978" y="3220"/>
                    <a:pt x="1584" y="2966"/>
                    <a:pt x="1046" y="3378"/>
                  </a:cubicBezTo>
                  <a:cubicBezTo>
                    <a:pt x="491" y="3806"/>
                    <a:pt x="0" y="5311"/>
                    <a:pt x="0" y="5311"/>
                  </a:cubicBezTo>
                  <a:cubicBezTo>
                    <a:pt x="0" y="5311"/>
                    <a:pt x="3543" y="2892"/>
                    <a:pt x="7141" y="2892"/>
                  </a:cubicBezTo>
                  <a:cubicBezTo>
                    <a:pt x="8045" y="2892"/>
                    <a:pt x="8951" y="3044"/>
                    <a:pt x="9807" y="3426"/>
                  </a:cubicBezTo>
                  <a:cubicBezTo>
                    <a:pt x="14068" y="5311"/>
                    <a:pt x="14448" y="7054"/>
                    <a:pt x="14448" y="7054"/>
                  </a:cubicBezTo>
                  <a:cubicBezTo>
                    <a:pt x="14448" y="7054"/>
                    <a:pt x="15573" y="4677"/>
                    <a:pt x="14971" y="4218"/>
                  </a:cubicBezTo>
                  <a:cubicBezTo>
                    <a:pt x="14866" y="4137"/>
                    <a:pt x="14799" y="4104"/>
                    <a:pt x="14758" y="4104"/>
                  </a:cubicBezTo>
                  <a:cubicBezTo>
                    <a:pt x="14577" y="4104"/>
                    <a:pt x="14865" y="4713"/>
                    <a:pt x="14602" y="4713"/>
                  </a:cubicBezTo>
                  <a:cubicBezTo>
                    <a:pt x="14567" y="4713"/>
                    <a:pt x="14522" y="4702"/>
                    <a:pt x="14464" y="4677"/>
                  </a:cubicBezTo>
                  <a:cubicBezTo>
                    <a:pt x="13862" y="4440"/>
                    <a:pt x="14955" y="3743"/>
                    <a:pt x="13656" y="2539"/>
                  </a:cubicBezTo>
                  <a:lnTo>
                    <a:pt x="12373" y="1319"/>
                  </a:lnTo>
                  <a:lnTo>
                    <a:pt x="12373" y="1319"/>
                  </a:lnTo>
                  <a:cubicBezTo>
                    <a:pt x="12373" y="1319"/>
                    <a:pt x="13450" y="3093"/>
                    <a:pt x="12928" y="3426"/>
                  </a:cubicBezTo>
                  <a:cubicBezTo>
                    <a:pt x="12885" y="3452"/>
                    <a:pt x="12848" y="3465"/>
                    <a:pt x="12817" y="3465"/>
                  </a:cubicBezTo>
                  <a:cubicBezTo>
                    <a:pt x="12455" y="3465"/>
                    <a:pt x="12762" y="1801"/>
                    <a:pt x="11391" y="970"/>
                  </a:cubicBezTo>
                  <a:cubicBezTo>
                    <a:pt x="10871" y="664"/>
                    <a:pt x="10572" y="525"/>
                    <a:pt x="10433" y="525"/>
                  </a:cubicBezTo>
                  <a:cubicBezTo>
                    <a:pt x="10168" y="525"/>
                    <a:pt x="10475" y="1022"/>
                    <a:pt x="10931" y="1810"/>
                  </a:cubicBezTo>
                  <a:cubicBezTo>
                    <a:pt x="11247" y="2356"/>
                    <a:pt x="11261" y="2618"/>
                    <a:pt x="11110" y="2618"/>
                  </a:cubicBezTo>
                  <a:cubicBezTo>
                    <a:pt x="10928" y="2618"/>
                    <a:pt x="10507" y="2236"/>
                    <a:pt x="10092" y="1509"/>
                  </a:cubicBezTo>
                  <a:cubicBezTo>
                    <a:pt x="9347" y="194"/>
                    <a:pt x="8571" y="321"/>
                    <a:pt x="7921" y="210"/>
                  </a:cubicBezTo>
                  <a:cubicBezTo>
                    <a:pt x="7885" y="203"/>
                    <a:pt x="7856" y="199"/>
                    <a:pt x="7834" y="199"/>
                  </a:cubicBezTo>
                  <a:cubicBezTo>
                    <a:pt x="7457" y="199"/>
                    <a:pt x="9126" y="1180"/>
                    <a:pt x="8872" y="1525"/>
                  </a:cubicBezTo>
                  <a:cubicBezTo>
                    <a:pt x="8854" y="1548"/>
                    <a:pt x="8829" y="1559"/>
                    <a:pt x="8797" y="1559"/>
                  </a:cubicBezTo>
                  <a:cubicBezTo>
                    <a:pt x="8414" y="1559"/>
                    <a:pt x="7030" y="0"/>
                    <a:pt x="5673"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9"/>
            <p:cNvSpPr/>
            <p:nvPr/>
          </p:nvSpPr>
          <p:spPr>
            <a:xfrm>
              <a:off x="995175" y="879525"/>
              <a:ext cx="217825" cy="311725"/>
            </a:xfrm>
            <a:custGeom>
              <a:rect b="b" l="l" r="r" t="t"/>
              <a:pathLst>
                <a:path extrusionOk="0" h="12469" w="8713">
                  <a:moveTo>
                    <a:pt x="5512" y="0"/>
                  </a:moveTo>
                  <a:cubicBezTo>
                    <a:pt x="4929" y="0"/>
                    <a:pt x="3795" y="345"/>
                    <a:pt x="3580" y="1055"/>
                  </a:cubicBezTo>
                  <a:cubicBezTo>
                    <a:pt x="3279" y="2100"/>
                    <a:pt x="3834" y="3098"/>
                    <a:pt x="3533" y="3146"/>
                  </a:cubicBezTo>
                  <a:cubicBezTo>
                    <a:pt x="3528" y="3147"/>
                    <a:pt x="3523" y="3147"/>
                    <a:pt x="3518" y="3147"/>
                  </a:cubicBezTo>
                  <a:cubicBezTo>
                    <a:pt x="3210" y="3147"/>
                    <a:pt x="3028" y="1698"/>
                    <a:pt x="3137" y="1324"/>
                  </a:cubicBezTo>
                  <a:cubicBezTo>
                    <a:pt x="3144" y="1298"/>
                    <a:pt x="3139" y="1285"/>
                    <a:pt x="3125" y="1285"/>
                  </a:cubicBezTo>
                  <a:cubicBezTo>
                    <a:pt x="2944" y="1285"/>
                    <a:pt x="1183" y="3319"/>
                    <a:pt x="1521" y="4112"/>
                  </a:cubicBezTo>
                  <a:cubicBezTo>
                    <a:pt x="1901" y="4984"/>
                    <a:pt x="2361" y="5839"/>
                    <a:pt x="2250" y="5982"/>
                  </a:cubicBezTo>
                  <a:cubicBezTo>
                    <a:pt x="2237" y="5996"/>
                    <a:pt x="2218" y="6003"/>
                    <a:pt x="2195" y="6003"/>
                  </a:cubicBezTo>
                  <a:cubicBezTo>
                    <a:pt x="1982" y="6003"/>
                    <a:pt x="1370" y="5425"/>
                    <a:pt x="1299" y="4397"/>
                  </a:cubicBezTo>
                  <a:cubicBezTo>
                    <a:pt x="1279" y="4166"/>
                    <a:pt x="1238" y="4072"/>
                    <a:pt x="1187" y="4072"/>
                  </a:cubicBezTo>
                  <a:cubicBezTo>
                    <a:pt x="993" y="4072"/>
                    <a:pt x="668" y="5467"/>
                    <a:pt x="982" y="5744"/>
                  </a:cubicBezTo>
                  <a:cubicBezTo>
                    <a:pt x="1378" y="6093"/>
                    <a:pt x="2028" y="6679"/>
                    <a:pt x="1774" y="6901"/>
                  </a:cubicBezTo>
                  <a:cubicBezTo>
                    <a:pt x="1757" y="6916"/>
                    <a:pt x="1738" y="6924"/>
                    <a:pt x="1717" y="6924"/>
                  </a:cubicBezTo>
                  <a:cubicBezTo>
                    <a:pt x="1473" y="6924"/>
                    <a:pt x="976" y="5948"/>
                    <a:pt x="796" y="5948"/>
                  </a:cubicBezTo>
                  <a:cubicBezTo>
                    <a:pt x="774" y="5948"/>
                    <a:pt x="756" y="5963"/>
                    <a:pt x="745" y="5998"/>
                  </a:cubicBezTo>
                  <a:cubicBezTo>
                    <a:pt x="650" y="6346"/>
                    <a:pt x="523" y="8025"/>
                    <a:pt x="1267" y="8612"/>
                  </a:cubicBezTo>
                  <a:cubicBezTo>
                    <a:pt x="1892" y="9080"/>
                    <a:pt x="1811" y="9517"/>
                    <a:pt x="1586" y="9517"/>
                  </a:cubicBezTo>
                  <a:cubicBezTo>
                    <a:pt x="1538" y="9517"/>
                    <a:pt x="1482" y="9496"/>
                    <a:pt x="1426" y="9451"/>
                  </a:cubicBezTo>
                  <a:cubicBezTo>
                    <a:pt x="1204" y="9265"/>
                    <a:pt x="803" y="8419"/>
                    <a:pt x="550" y="8419"/>
                  </a:cubicBezTo>
                  <a:cubicBezTo>
                    <a:pt x="458" y="8419"/>
                    <a:pt x="386" y="8528"/>
                    <a:pt x="349" y="8817"/>
                  </a:cubicBezTo>
                  <a:cubicBezTo>
                    <a:pt x="222" y="9895"/>
                    <a:pt x="1473" y="10275"/>
                    <a:pt x="1347" y="10560"/>
                  </a:cubicBezTo>
                  <a:cubicBezTo>
                    <a:pt x="1265" y="10723"/>
                    <a:pt x="1153" y="10880"/>
                    <a:pt x="978" y="10880"/>
                  </a:cubicBezTo>
                  <a:cubicBezTo>
                    <a:pt x="846" y="10880"/>
                    <a:pt x="678" y="10790"/>
                    <a:pt x="459" y="10544"/>
                  </a:cubicBezTo>
                  <a:cubicBezTo>
                    <a:pt x="414" y="10493"/>
                    <a:pt x="372" y="10470"/>
                    <a:pt x="336" y="10470"/>
                  </a:cubicBezTo>
                  <a:cubicBezTo>
                    <a:pt x="0" y="10470"/>
                    <a:pt x="130" y="12469"/>
                    <a:pt x="1766" y="12469"/>
                  </a:cubicBezTo>
                  <a:cubicBezTo>
                    <a:pt x="1971" y="12469"/>
                    <a:pt x="2201" y="12437"/>
                    <a:pt x="2456" y="12366"/>
                  </a:cubicBezTo>
                  <a:cubicBezTo>
                    <a:pt x="2456" y="12366"/>
                    <a:pt x="1521" y="8215"/>
                    <a:pt x="3374" y="5332"/>
                  </a:cubicBezTo>
                  <a:cubicBezTo>
                    <a:pt x="5212" y="2465"/>
                    <a:pt x="8539" y="1007"/>
                    <a:pt x="8650" y="516"/>
                  </a:cubicBezTo>
                  <a:cubicBezTo>
                    <a:pt x="8713" y="281"/>
                    <a:pt x="8275" y="189"/>
                    <a:pt x="7760" y="189"/>
                  </a:cubicBezTo>
                  <a:cubicBezTo>
                    <a:pt x="7233" y="189"/>
                    <a:pt x="6625" y="285"/>
                    <a:pt x="6385" y="421"/>
                  </a:cubicBezTo>
                  <a:cubicBezTo>
                    <a:pt x="5925" y="690"/>
                    <a:pt x="6036" y="1752"/>
                    <a:pt x="5545" y="1863"/>
                  </a:cubicBezTo>
                  <a:cubicBezTo>
                    <a:pt x="5524" y="1867"/>
                    <a:pt x="5506" y="1869"/>
                    <a:pt x="5488" y="1869"/>
                  </a:cubicBezTo>
                  <a:cubicBezTo>
                    <a:pt x="5085" y="1869"/>
                    <a:pt x="5450" y="686"/>
                    <a:pt x="5814" y="231"/>
                  </a:cubicBezTo>
                  <a:cubicBezTo>
                    <a:pt x="5942" y="78"/>
                    <a:pt x="5789" y="0"/>
                    <a:pt x="551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9"/>
            <p:cNvSpPr/>
            <p:nvPr/>
          </p:nvSpPr>
          <p:spPr>
            <a:xfrm>
              <a:off x="1018350" y="939575"/>
              <a:ext cx="396875" cy="253875"/>
            </a:xfrm>
            <a:custGeom>
              <a:rect b="b" l="l" r="r" t="t"/>
              <a:pathLst>
                <a:path extrusionOk="0" h="10155" w="15875">
                  <a:moveTo>
                    <a:pt x="9919" y="0"/>
                  </a:moveTo>
                  <a:cubicBezTo>
                    <a:pt x="9109" y="0"/>
                    <a:pt x="6517" y="983"/>
                    <a:pt x="6234" y="1774"/>
                  </a:cubicBezTo>
                  <a:cubicBezTo>
                    <a:pt x="5854" y="2819"/>
                    <a:pt x="6170" y="3833"/>
                    <a:pt x="5727" y="3992"/>
                  </a:cubicBezTo>
                  <a:cubicBezTo>
                    <a:pt x="5707" y="3999"/>
                    <a:pt x="5690" y="4002"/>
                    <a:pt x="5673" y="4002"/>
                  </a:cubicBezTo>
                  <a:cubicBezTo>
                    <a:pt x="5319" y="4002"/>
                    <a:pt x="5701" y="2412"/>
                    <a:pt x="5822" y="1821"/>
                  </a:cubicBezTo>
                  <a:cubicBezTo>
                    <a:pt x="5860" y="1652"/>
                    <a:pt x="5781" y="1580"/>
                    <a:pt x="5646" y="1580"/>
                  </a:cubicBezTo>
                  <a:cubicBezTo>
                    <a:pt x="5276" y="1580"/>
                    <a:pt x="4485" y="2127"/>
                    <a:pt x="4555" y="2708"/>
                  </a:cubicBezTo>
                  <a:cubicBezTo>
                    <a:pt x="4650" y="3516"/>
                    <a:pt x="5093" y="4245"/>
                    <a:pt x="4650" y="4419"/>
                  </a:cubicBezTo>
                  <a:cubicBezTo>
                    <a:pt x="4623" y="4429"/>
                    <a:pt x="4598" y="4433"/>
                    <a:pt x="4574" y="4433"/>
                  </a:cubicBezTo>
                  <a:cubicBezTo>
                    <a:pt x="4201" y="4433"/>
                    <a:pt x="4165" y="3322"/>
                    <a:pt x="4269" y="2756"/>
                  </a:cubicBezTo>
                  <a:cubicBezTo>
                    <a:pt x="4283" y="2681"/>
                    <a:pt x="4260" y="2648"/>
                    <a:pt x="4208" y="2648"/>
                  </a:cubicBezTo>
                  <a:cubicBezTo>
                    <a:pt x="3845" y="2648"/>
                    <a:pt x="2085" y="4335"/>
                    <a:pt x="2321" y="5085"/>
                  </a:cubicBezTo>
                  <a:cubicBezTo>
                    <a:pt x="2606" y="5940"/>
                    <a:pt x="2717" y="6526"/>
                    <a:pt x="2558" y="6606"/>
                  </a:cubicBezTo>
                  <a:cubicBezTo>
                    <a:pt x="2552" y="6608"/>
                    <a:pt x="2545" y="6609"/>
                    <a:pt x="2538" y="6609"/>
                  </a:cubicBezTo>
                  <a:cubicBezTo>
                    <a:pt x="2362" y="6609"/>
                    <a:pt x="2100" y="5871"/>
                    <a:pt x="2115" y="5322"/>
                  </a:cubicBezTo>
                  <a:cubicBezTo>
                    <a:pt x="2118" y="5256"/>
                    <a:pt x="2107" y="5225"/>
                    <a:pt x="2084" y="5225"/>
                  </a:cubicBezTo>
                  <a:cubicBezTo>
                    <a:pt x="1915" y="5225"/>
                    <a:pt x="1123" y="6944"/>
                    <a:pt x="1529" y="7699"/>
                  </a:cubicBezTo>
                  <a:cubicBezTo>
                    <a:pt x="1734" y="8103"/>
                    <a:pt x="1684" y="8316"/>
                    <a:pt x="1578" y="8316"/>
                  </a:cubicBezTo>
                  <a:cubicBezTo>
                    <a:pt x="1455" y="8316"/>
                    <a:pt x="1257" y="8032"/>
                    <a:pt x="1291" y="7429"/>
                  </a:cubicBezTo>
                  <a:cubicBezTo>
                    <a:pt x="1303" y="7209"/>
                    <a:pt x="1247" y="7112"/>
                    <a:pt x="1163" y="7112"/>
                  </a:cubicBezTo>
                  <a:cubicBezTo>
                    <a:pt x="817" y="7112"/>
                    <a:pt x="0" y="8741"/>
                    <a:pt x="1529" y="10154"/>
                  </a:cubicBezTo>
                  <a:cubicBezTo>
                    <a:pt x="1529" y="10154"/>
                    <a:pt x="3350" y="5940"/>
                    <a:pt x="6788" y="4879"/>
                  </a:cubicBezTo>
                  <a:cubicBezTo>
                    <a:pt x="7880" y="4537"/>
                    <a:pt x="9210" y="4428"/>
                    <a:pt x="10512" y="4428"/>
                  </a:cubicBezTo>
                  <a:cubicBezTo>
                    <a:pt x="12797" y="4428"/>
                    <a:pt x="14994" y="4763"/>
                    <a:pt x="15654" y="4763"/>
                  </a:cubicBezTo>
                  <a:cubicBezTo>
                    <a:pt x="15803" y="4763"/>
                    <a:pt x="15874" y="4746"/>
                    <a:pt x="15850" y="4704"/>
                  </a:cubicBezTo>
                  <a:cubicBezTo>
                    <a:pt x="15664" y="4378"/>
                    <a:pt x="14380" y="1675"/>
                    <a:pt x="13778" y="1675"/>
                  </a:cubicBezTo>
                  <a:cubicBezTo>
                    <a:pt x="13766" y="1675"/>
                    <a:pt x="13755" y="1676"/>
                    <a:pt x="13743" y="1679"/>
                  </a:cubicBezTo>
                  <a:cubicBezTo>
                    <a:pt x="13248" y="1770"/>
                    <a:pt x="12496" y="2471"/>
                    <a:pt x="12095" y="2471"/>
                  </a:cubicBezTo>
                  <a:cubicBezTo>
                    <a:pt x="12008" y="2471"/>
                    <a:pt x="11937" y="2439"/>
                    <a:pt x="11890" y="2360"/>
                  </a:cubicBezTo>
                  <a:cubicBezTo>
                    <a:pt x="11627" y="1942"/>
                    <a:pt x="13206" y="1313"/>
                    <a:pt x="13546" y="1313"/>
                  </a:cubicBezTo>
                  <a:cubicBezTo>
                    <a:pt x="13555" y="1313"/>
                    <a:pt x="13562" y="1313"/>
                    <a:pt x="13569" y="1314"/>
                  </a:cubicBezTo>
                  <a:cubicBezTo>
                    <a:pt x="13572" y="1314"/>
                    <a:pt x="13574" y="1315"/>
                    <a:pt x="13576" y="1315"/>
                  </a:cubicBezTo>
                  <a:cubicBezTo>
                    <a:pt x="13763" y="1315"/>
                    <a:pt x="11811" y="86"/>
                    <a:pt x="10906" y="86"/>
                  </a:cubicBezTo>
                  <a:cubicBezTo>
                    <a:pt x="10785" y="86"/>
                    <a:pt x="10682" y="108"/>
                    <a:pt x="10606" y="158"/>
                  </a:cubicBezTo>
                  <a:cubicBezTo>
                    <a:pt x="9973" y="601"/>
                    <a:pt x="9703" y="2170"/>
                    <a:pt x="9276" y="2217"/>
                  </a:cubicBezTo>
                  <a:cubicBezTo>
                    <a:pt x="9259" y="2220"/>
                    <a:pt x="9243" y="2221"/>
                    <a:pt x="9227" y="2221"/>
                  </a:cubicBezTo>
                  <a:cubicBezTo>
                    <a:pt x="8829" y="2221"/>
                    <a:pt x="8813" y="1447"/>
                    <a:pt x="9957" y="395"/>
                  </a:cubicBezTo>
                  <a:cubicBezTo>
                    <a:pt x="10265" y="116"/>
                    <a:pt x="10197" y="0"/>
                    <a:pt x="99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9"/>
            <p:cNvSpPr/>
            <p:nvPr/>
          </p:nvSpPr>
          <p:spPr>
            <a:xfrm>
              <a:off x="1051725" y="1108700"/>
              <a:ext cx="423275" cy="261100"/>
            </a:xfrm>
            <a:custGeom>
              <a:rect b="b" l="l" r="r" t="t"/>
              <a:pathLst>
                <a:path extrusionOk="0" h="10444" w="16931">
                  <a:moveTo>
                    <a:pt x="5607" y="1"/>
                  </a:moveTo>
                  <a:cubicBezTo>
                    <a:pt x="5103" y="1"/>
                    <a:pt x="4650" y="141"/>
                    <a:pt x="4408" y="522"/>
                  </a:cubicBezTo>
                  <a:cubicBezTo>
                    <a:pt x="3772" y="1520"/>
                    <a:pt x="3806" y="2041"/>
                    <a:pt x="3561" y="2041"/>
                  </a:cubicBezTo>
                  <a:cubicBezTo>
                    <a:pt x="3506" y="2041"/>
                    <a:pt x="3438" y="2015"/>
                    <a:pt x="3346" y="1964"/>
                  </a:cubicBezTo>
                  <a:cubicBezTo>
                    <a:pt x="2839" y="1678"/>
                    <a:pt x="3552" y="649"/>
                    <a:pt x="4043" y="253"/>
                  </a:cubicBezTo>
                  <a:cubicBezTo>
                    <a:pt x="4160" y="162"/>
                    <a:pt x="3991" y="98"/>
                    <a:pt x="3669" y="98"/>
                  </a:cubicBezTo>
                  <a:cubicBezTo>
                    <a:pt x="2630" y="98"/>
                    <a:pt x="0" y="766"/>
                    <a:pt x="194" y="3389"/>
                  </a:cubicBezTo>
                  <a:cubicBezTo>
                    <a:pt x="1068" y="3185"/>
                    <a:pt x="1955" y="3084"/>
                    <a:pt x="2839" y="3084"/>
                  </a:cubicBezTo>
                  <a:cubicBezTo>
                    <a:pt x="4967" y="3084"/>
                    <a:pt x="7071" y="3669"/>
                    <a:pt x="8907" y="4799"/>
                  </a:cubicBezTo>
                  <a:cubicBezTo>
                    <a:pt x="13264" y="7493"/>
                    <a:pt x="15466" y="10281"/>
                    <a:pt x="16210" y="10439"/>
                  </a:cubicBezTo>
                  <a:cubicBezTo>
                    <a:pt x="16224" y="10442"/>
                    <a:pt x="16238" y="10444"/>
                    <a:pt x="16251" y="10444"/>
                  </a:cubicBezTo>
                  <a:cubicBezTo>
                    <a:pt x="16931" y="10444"/>
                    <a:pt x="15865" y="6367"/>
                    <a:pt x="14325" y="4657"/>
                  </a:cubicBezTo>
                  <a:cubicBezTo>
                    <a:pt x="14325" y="4657"/>
                    <a:pt x="12374" y="5172"/>
                    <a:pt x="11572" y="5172"/>
                  </a:cubicBezTo>
                  <a:cubicBezTo>
                    <a:pt x="11409" y="5172"/>
                    <a:pt x="11294" y="5151"/>
                    <a:pt x="11252" y="5100"/>
                  </a:cubicBezTo>
                  <a:cubicBezTo>
                    <a:pt x="11014" y="4783"/>
                    <a:pt x="13977" y="4229"/>
                    <a:pt x="13977" y="4229"/>
                  </a:cubicBezTo>
                  <a:cubicBezTo>
                    <a:pt x="13977" y="4229"/>
                    <a:pt x="12472" y="3041"/>
                    <a:pt x="9826" y="2296"/>
                  </a:cubicBezTo>
                  <a:cubicBezTo>
                    <a:pt x="9826" y="2296"/>
                    <a:pt x="8124" y="3078"/>
                    <a:pt x="7576" y="3078"/>
                  </a:cubicBezTo>
                  <a:cubicBezTo>
                    <a:pt x="7510" y="3078"/>
                    <a:pt x="7461" y="3066"/>
                    <a:pt x="7434" y="3041"/>
                  </a:cubicBezTo>
                  <a:cubicBezTo>
                    <a:pt x="7180" y="2803"/>
                    <a:pt x="9382" y="1932"/>
                    <a:pt x="9382" y="1932"/>
                  </a:cubicBezTo>
                  <a:cubicBezTo>
                    <a:pt x="9382" y="1932"/>
                    <a:pt x="8777" y="1368"/>
                    <a:pt x="8348" y="1368"/>
                  </a:cubicBezTo>
                  <a:cubicBezTo>
                    <a:pt x="8317" y="1368"/>
                    <a:pt x="8287" y="1371"/>
                    <a:pt x="8257" y="1377"/>
                  </a:cubicBezTo>
                  <a:cubicBezTo>
                    <a:pt x="7890" y="1459"/>
                    <a:pt x="7018" y="2255"/>
                    <a:pt x="6459" y="2255"/>
                  </a:cubicBezTo>
                  <a:cubicBezTo>
                    <a:pt x="6368" y="2255"/>
                    <a:pt x="6285" y="2234"/>
                    <a:pt x="6214" y="2185"/>
                  </a:cubicBezTo>
                  <a:cubicBezTo>
                    <a:pt x="5723" y="1837"/>
                    <a:pt x="7798" y="1346"/>
                    <a:pt x="7956" y="950"/>
                  </a:cubicBezTo>
                  <a:cubicBezTo>
                    <a:pt x="8065" y="677"/>
                    <a:pt x="6714" y="1"/>
                    <a:pt x="560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9"/>
            <p:cNvSpPr/>
            <p:nvPr/>
          </p:nvSpPr>
          <p:spPr>
            <a:xfrm>
              <a:off x="1056550" y="1167875"/>
              <a:ext cx="272125" cy="283425"/>
            </a:xfrm>
            <a:custGeom>
              <a:rect b="b" l="l" r="r" t="t"/>
              <a:pathLst>
                <a:path extrusionOk="0" h="11337" w="10885">
                  <a:moveTo>
                    <a:pt x="1586" y="1"/>
                  </a:moveTo>
                  <a:cubicBezTo>
                    <a:pt x="897" y="1"/>
                    <a:pt x="50" y="242"/>
                    <a:pt x="1" y="1022"/>
                  </a:cubicBezTo>
                  <a:cubicBezTo>
                    <a:pt x="1" y="1022"/>
                    <a:pt x="2931" y="1292"/>
                    <a:pt x="6195" y="4920"/>
                  </a:cubicBezTo>
                  <a:cubicBezTo>
                    <a:pt x="9456" y="8527"/>
                    <a:pt x="9756" y="11336"/>
                    <a:pt x="10320" y="11336"/>
                  </a:cubicBezTo>
                  <a:cubicBezTo>
                    <a:pt x="10324" y="11336"/>
                    <a:pt x="10327" y="11336"/>
                    <a:pt x="10330" y="11336"/>
                  </a:cubicBezTo>
                  <a:cubicBezTo>
                    <a:pt x="10884" y="11288"/>
                    <a:pt x="10774" y="6932"/>
                    <a:pt x="10377" y="6314"/>
                  </a:cubicBezTo>
                  <a:cubicBezTo>
                    <a:pt x="9981" y="5696"/>
                    <a:pt x="8445" y="6219"/>
                    <a:pt x="8255" y="5633"/>
                  </a:cubicBezTo>
                  <a:cubicBezTo>
                    <a:pt x="8204" y="5474"/>
                    <a:pt x="8310" y="5419"/>
                    <a:pt x="8494" y="5419"/>
                  </a:cubicBezTo>
                  <a:cubicBezTo>
                    <a:pt x="8917" y="5419"/>
                    <a:pt x="9752" y="5711"/>
                    <a:pt x="10049" y="5711"/>
                  </a:cubicBezTo>
                  <a:cubicBezTo>
                    <a:pt x="10113" y="5711"/>
                    <a:pt x="10152" y="5697"/>
                    <a:pt x="10156" y="5664"/>
                  </a:cubicBezTo>
                  <a:cubicBezTo>
                    <a:pt x="10187" y="5427"/>
                    <a:pt x="9506" y="3304"/>
                    <a:pt x="7827" y="3019"/>
                  </a:cubicBezTo>
                  <a:cubicBezTo>
                    <a:pt x="6163" y="2733"/>
                    <a:pt x="5609" y="2670"/>
                    <a:pt x="5704" y="2480"/>
                  </a:cubicBezTo>
                  <a:cubicBezTo>
                    <a:pt x="5738" y="2406"/>
                    <a:pt x="5906" y="2381"/>
                    <a:pt x="6130" y="2381"/>
                  </a:cubicBezTo>
                  <a:cubicBezTo>
                    <a:pt x="6529" y="2381"/>
                    <a:pt x="7106" y="2460"/>
                    <a:pt x="7431" y="2480"/>
                  </a:cubicBezTo>
                  <a:cubicBezTo>
                    <a:pt x="7434" y="2480"/>
                    <a:pt x="7438" y="2480"/>
                    <a:pt x="7441" y="2480"/>
                  </a:cubicBezTo>
                  <a:cubicBezTo>
                    <a:pt x="7850" y="2480"/>
                    <a:pt x="7215" y="1677"/>
                    <a:pt x="6400" y="1677"/>
                  </a:cubicBezTo>
                  <a:cubicBezTo>
                    <a:pt x="6251" y="1677"/>
                    <a:pt x="6097" y="1704"/>
                    <a:pt x="5942" y="1767"/>
                  </a:cubicBezTo>
                  <a:cubicBezTo>
                    <a:pt x="5385" y="1981"/>
                    <a:pt x="5023" y="2112"/>
                    <a:pt x="4840" y="2112"/>
                  </a:cubicBezTo>
                  <a:cubicBezTo>
                    <a:pt x="4685" y="2112"/>
                    <a:pt x="4659" y="2017"/>
                    <a:pt x="4753" y="1799"/>
                  </a:cubicBezTo>
                  <a:cubicBezTo>
                    <a:pt x="4943" y="1323"/>
                    <a:pt x="6971" y="1403"/>
                    <a:pt x="6813" y="1133"/>
                  </a:cubicBezTo>
                  <a:cubicBezTo>
                    <a:pt x="6681" y="942"/>
                    <a:pt x="5158" y="235"/>
                    <a:pt x="4113" y="235"/>
                  </a:cubicBezTo>
                  <a:cubicBezTo>
                    <a:pt x="3775" y="235"/>
                    <a:pt x="3486" y="310"/>
                    <a:pt x="3312" y="500"/>
                  </a:cubicBezTo>
                  <a:cubicBezTo>
                    <a:pt x="3046" y="782"/>
                    <a:pt x="2746" y="886"/>
                    <a:pt x="2511" y="886"/>
                  </a:cubicBezTo>
                  <a:cubicBezTo>
                    <a:pt x="2114" y="886"/>
                    <a:pt x="1903" y="592"/>
                    <a:pt x="2361" y="373"/>
                  </a:cubicBezTo>
                  <a:cubicBezTo>
                    <a:pt x="2708" y="199"/>
                    <a:pt x="2212" y="1"/>
                    <a:pt x="1586"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9"/>
            <p:cNvSpPr/>
            <p:nvPr/>
          </p:nvSpPr>
          <p:spPr>
            <a:xfrm>
              <a:off x="1045450" y="1185100"/>
              <a:ext cx="445600" cy="646000"/>
            </a:xfrm>
            <a:custGeom>
              <a:rect b="b" l="l" r="r" t="t"/>
              <a:pathLst>
                <a:path extrusionOk="0" h="25840" w="17824">
                  <a:moveTo>
                    <a:pt x="904" y="1"/>
                  </a:moveTo>
                  <a:lnTo>
                    <a:pt x="1" y="333"/>
                  </a:lnTo>
                  <a:cubicBezTo>
                    <a:pt x="1" y="333"/>
                    <a:pt x="1015" y="3233"/>
                    <a:pt x="6180" y="9237"/>
                  </a:cubicBezTo>
                  <a:cubicBezTo>
                    <a:pt x="12184" y="16192"/>
                    <a:pt x="14085" y="25840"/>
                    <a:pt x="14085" y="25840"/>
                  </a:cubicBezTo>
                  <a:lnTo>
                    <a:pt x="17824" y="24462"/>
                  </a:lnTo>
                  <a:cubicBezTo>
                    <a:pt x="16461" y="21166"/>
                    <a:pt x="13198" y="13277"/>
                    <a:pt x="7590" y="8191"/>
                  </a:cubicBezTo>
                  <a:cubicBezTo>
                    <a:pt x="1284" y="2456"/>
                    <a:pt x="904" y="1"/>
                    <a:pt x="90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6" name="Google Shape;106;p9"/>
          <p:cNvGrpSpPr/>
          <p:nvPr/>
        </p:nvGrpSpPr>
        <p:grpSpPr>
          <a:xfrm>
            <a:off x="5304891" y="2954951"/>
            <a:ext cx="3843000" cy="2188548"/>
            <a:chOff x="5304891" y="2954951"/>
            <a:chExt cx="3843000" cy="2188548"/>
          </a:xfrm>
        </p:grpSpPr>
        <p:sp>
          <p:nvSpPr>
            <p:cNvPr id="107" name="Google Shape;107;p9"/>
            <p:cNvSpPr/>
            <p:nvPr/>
          </p:nvSpPr>
          <p:spPr>
            <a:xfrm flipH="1">
              <a:off x="5304891" y="2954951"/>
              <a:ext cx="3843000" cy="2188447"/>
            </a:xfrm>
            <a:custGeom>
              <a:rect b="b" l="l" r="r" t="t"/>
              <a:pathLst>
                <a:path extrusionOk="0" h="20696" w="36343">
                  <a:moveTo>
                    <a:pt x="5048" y="0"/>
                  </a:moveTo>
                  <a:cubicBezTo>
                    <a:pt x="4983" y="0"/>
                    <a:pt x="4916" y="2"/>
                    <a:pt x="4848" y="5"/>
                  </a:cubicBezTo>
                  <a:cubicBezTo>
                    <a:pt x="1030" y="163"/>
                    <a:pt x="1426" y="5074"/>
                    <a:pt x="1426" y="5074"/>
                  </a:cubicBezTo>
                  <a:cubicBezTo>
                    <a:pt x="1066" y="4534"/>
                    <a:pt x="739" y="4387"/>
                    <a:pt x="489" y="4387"/>
                  </a:cubicBezTo>
                  <a:cubicBezTo>
                    <a:pt x="189" y="4387"/>
                    <a:pt x="0" y="4599"/>
                    <a:pt x="0" y="4599"/>
                  </a:cubicBezTo>
                  <a:lnTo>
                    <a:pt x="0" y="20695"/>
                  </a:lnTo>
                  <a:lnTo>
                    <a:pt x="34774" y="20695"/>
                  </a:lnTo>
                  <a:cubicBezTo>
                    <a:pt x="34774" y="20695"/>
                    <a:pt x="36343" y="18667"/>
                    <a:pt x="34774" y="17226"/>
                  </a:cubicBezTo>
                  <a:cubicBezTo>
                    <a:pt x="34406" y="16884"/>
                    <a:pt x="33993" y="16753"/>
                    <a:pt x="33576" y="16753"/>
                  </a:cubicBezTo>
                  <a:cubicBezTo>
                    <a:pt x="32215" y="16753"/>
                    <a:pt x="30814" y="18145"/>
                    <a:pt x="30814" y="18145"/>
                  </a:cubicBezTo>
                  <a:cubicBezTo>
                    <a:pt x="30814" y="18145"/>
                    <a:pt x="35678" y="10493"/>
                    <a:pt x="29657" y="9700"/>
                  </a:cubicBezTo>
                  <a:cubicBezTo>
                    <a:pt x="29356" y="9661"/>
                    <a:pt x="29066" y="9642"/>
                    <a:pt x="28785" y="9642"/>
                  </a:cubicBezTo>
                  <a:cubicBezTo>
                    <a:pt x="23453" y="9642"/>
                    <a:pt x="21752" y="16434"/>
                    <a:pt x="21752" y="16434"/>
                  </a:cubicBezTo>
                  <a:cubicBezTo>
                    <a:pt x="21300" y="14635"/>
                    <a:pt x="20279" y="14260"/>
                    <a:pt x="19505" y="14260"/>
                  </a:cubicBezTo>
                  <a:cubicBezTo>
                    <a:pt x="18949" y="14260"/>
                    <a:pt x="18520" y="14453"/>
                    <a:pt x="18520" y="14453"/>
                  </a:cubicBezTo>
                  <a:cubicBezTo>
                    <a:pt x="18520" y="14453"/>
                    <a:pt x="23843" y="9748"/>
                    <a:pt x="20358" y="5470"/>
                  </a:cubicBezTo>
                  <a:cubicBezTo>
                    <a:pt x="19312" y="4182"/>
                    <a:pt x="18042" y="3731"/>
                    <a:pt x="16776" y="3731"/>
                  </a:cubicBezTo>
                  <a:cubicBezTo>
                    <a:pt x="13825" y="3731"/>
                    <a:pt x="10900" y="6183"/>
                    <a:pt x="10900" y="6183"/>
                  </a:cubicBezTo>
                  <a:cubicBezTo>
                    <a:pt x="10900" y="6183"/>
                    <a:pt x="11977" y="4203"/>
                    <a:pt x="10393" y="3649"/>
                  </a:cubicBezTo>
                  <a:cubicBezTo>
                    <a:pt x="10146" y="3562"/>
                    <a:pt x="9913" y="3526"/>
                    <a:pt x="9696" y="3526"/>
                  </a:cubicBezTo>
                  <a:cubicBezTo>
                    <a:pt x="8513" y="3526"/>
                    <a:pt x="7779" y="4599"/>
                    <a:pt x="7779" y="4599"/>
                  </a:cubicBezTo>
                  <a:cubicBezTo>
                    <a:pt x="7779" y="4599"/>
                    <a:pt x="8619" y="0"/>
                    <a:pt x="5048"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9"/>
            <p:cNvSpPr/>
            <p:nvPr/>
          </p:nvSpPr>
          <p:spPr>
            <a:xfrm>
              <a:off x="7989252" y="4352790"/>
              <a:ext cx="1097475" cy="790709"/>
            </a:xfrm>
            <a:custGeom>
              <a:rect b="b" l="l" r="r" t="t"/>
              <a:pathLst>
                <a:path extrusionOk="0" h="8573" w="11899">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9" name="Google Shape;109;p9"/>
          <p:cNvSpPr/>
          <p:nvPr/>
        </p:nvSpPr>
        <p:spPr>
          <a:xfrm flipH="1">
            <a:off x="-271098" y="-151575"/>
            <a:ext cx="2096242" cy="771424"/>
          </a:xfrm>
          <a:custGeom>
            <a:rect b="b" l="l" r="r" t="t"/>
            <a:pathLst>
              <a:path extrusionOk="0" h="5310" w="16297">
                <a:moveTo>
                  <a:pt x="15151" y="1"/>
                </a:moveTo>
                <a:cubicBezTo>
                  <a:pt x="15139" y="1"/>
                  <a:pt x="15127" y="1"/>
                  <a:pt x="15115" y="2"/>
                </a:cubicBezTo>
                <a:cubicBezTo>
                  <a:pt x="13895" y="113"/>
                  <a:pt x="12580" y="3646"/>
                  <a:pt x="12580" y="3646"/>
                </a:cubicBezTo>
                <a:cubicBezTo>
                  <a:pt x="12580" y="3646"/>
                  <a:pt x="12152" y="1317"/>
                  <a:pt x="10498" y="1317"/>
                </a:cubicBezTo>
                <a:cubicBezTo>
                  <a:pt x="10297" y="1317"/>
                  <a:pt x="10078" y="1351"/>
                  <a:pt x="9839" y="1428"/>
                </a:cubicBezTo>
                <a:cubicBezTo>
                  <a:pt x="8080" y="1999"/>
                  <a:pt x="6734" y="4201"/>
                  <a:pt x="6734" y="4201"/>
                </a:cubicBezTo>
                <a:cubicBezTo>
                  <a:pt x="6734" y="4201"/>
                  <a:pt x="6562" y="3256"/>
                  <a:pt x="5538" y="3256"/>
                </a:cubicBezTo>
                <a:cubicBezTo>
                  <a:pt x="5399" y="3256"/>
                  <a:pt x="5243" y="3274"/>
                  <a:pt x="5070" y="3314"/>
                </a:cubicBezTo>
                <a:cubicBezTo>
                  <a:pt x="3645" y="3646"/>
                  <a:pt x="2646" y="4977"/>
                  <a:pt x="2646" y="4977"/>
                </a:cubicBezTo>
                <a:lnTo>
                  <a:pt x="1" y="5310"/>
                </a:lnTo>
                <a:lnTo>
                  <a:pt x="14465" y="5310"/>
                </a:lnTo>
                <a:cubicBezTo>
                  <a:pt x="14465" y="5310"/>
                  <a:pt x="16297" y="1"/>
                  <a:pt x="1515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9"/>
          <p:cNvSpPr/>
          <p:nvPr/>
        </p:nvSpPr>
        <p:spPr>
          <a:xfrm>
            <a:off x="3563375" y="263525"/>
            <a:ext cx="2872380" cy="662903"/>
          </a:xfrm>
          <a:custGeom>
            <a:rect b="b" l="l" r="r" t="t"/>
            <a:pathLst>
              <a:path extrusionOk="0" h="5576" w="24161">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 name="Google Shape;111;p9"/>
          <p:cNvGrpSpPr/>
          <p:nvPr/>
        </p:nvGrpSpPr>
        <p:grpSpPr>
          <a:xfrm>
            <a:off x="-32" y="3833549"/>
            <a:ext cx="3148974" cy="1309972"/>
            <a:chOff x="-32" y="3833549"/>
            <a:chExt cx="3148974" cy="1309972"/>
          </a:xfrm>
        </p:grpSpPr>
        <p:sp>
          <p:nvSpPr>
            <p:cNvPr id="112" name="Google Shape;112;p9"/>
            <p:cNvSpPr/>
            <p:nvPr/>
          </p:nvSpPr>
          <p:spPr>
            <a:xfrm flipH="1">
              <a:off x="-32" y="3833549"/>
              <a:ext cx="3148974" cy="1309972"/>
            </a:xfrm>
            <a:custGeom>
              <a:rect b="b" l="l" r="r" t="t"/>
              <a:pathLst>
                <a:path extrusionOk="0" h="22085" w="53089">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9"/>
            <p:cNvSpPr/>
            <p:nvPr/>
          </p:nvSpPr>
          <p:spPr>
            <a:xfrm flipH="1">
              <a:off x="832257" y="4608506"/>
              <a:ext cx="705789" cy="508567"/>
            </a:xfrm>
            <a:custGeom>
              <a:rect b="b" l="l" r="r" t="t"/>
              <a:pathLst>
                <a:path extrusionOk="0" h="8574" w="11899">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4" name="Google Shape;114;p9"/>
          <p:cNvSpPr/>
          <p:nvPr/>
        </p:nvSpPr>
        <p:spPr>
          <a:xfrm flipH="1">
            <a:off x="2156774" y="726777"/>
            <a:ext cx="555751" cy="355842"/>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9"/>
          <p:cNvSpPr/>
          <p:nvPr/>
        </p:nvSpPr>
        <p:spPr>
          <a:xfrm>
            <a:off x="6307687" y="2571761"/>
            <a:ext cx="555750" cy="296952"/>
          </a:xfrm>
          <a:custGeom>
            <a:rect b="b" l="l" r="r" t="t"/>
            <a:pathLst>
              <a:path extrusionOk="0" h="1829" w="3423">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9"/>
          <p:cNvSpPr txBox="1"/>
          <p:nvPr>
            <p:ph type="title"/>
          </p:nvPr>
        </p:nvSpPr>
        <p:spPr>
          <a:xfrm>
            <a:off x="720000" y="1426725"/>
            <a:ext cx="4418700" cy="725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17" name="Google Shape;117;p9"/>
          <p:cNvSpPr txBox="1"/>
          <p:nvPr>
            <p:ph idx="1" type="subTitle"/>
          </p:nvPr>
        </p:nvSpPr>
        <p:spPr>
          <a:xfrm>
            <a:off x="715100" y="2151675"/>
            <a:ext cx="4904100" cy="1565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18" name="Shape 118"/>
        <p:cNvGrpSpPr/>
        <p:nvPr/>
      </p:nvGrpSpPr>
      <p:grpSpPr>
        <a:xfrm>
          <a:off x="0" y="0"/>
          <a:ext cx="0" cy="0"/>
          <a:chOff x="0" y="0"/>
          <a:chExt cx="0" cy="0"/>
        </a:xfrm>
      </p:grpSpPr>
      <p:sp>
        <p:nvSpPr>
          <p:cNvPr id="119" name="Google Shape;119;p10"/>
          <p:cNvSpPr/>
          <p:nvPr/>
        </p:nvSpPr>
        <p:spPr>
          <a:xfrm rot="10800000">
            <a:off x="-9734" y="-26203"/>
            <a:ext cx="3086386" cy="1285228"/>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0" name="Google Shape;120;p10"/>
          <p:cNvGrpSpPr/>
          <p:nvPr/>
        </p:nvGrpSpPr>
        <p:grpSpPr>
          <a:xfrm>
            <a:off x="4977575" y="3410275"/>
            <a:ext cx="4166425" cy="1733231"/>
            <a:chOff x="4977575" y="3410275"/>
            <a:chExt cx="4166425" cy="1733231"/>
          </a:xfrm>
        </p:grpSpPr>
        <p:sp>
          <p:nvSpPr>
            <p:cNvPr id="121" name="Google Shape;121;p10"/>
            <p:cNvSpPr/>
            <p:nvPr/>
          </p:nvSpPr>
          <p:spPr>
            <a:xfrm>
              <a:off x="4977575" y="3410275"/>
              <a:ext cx="4166425" cy="1733231"/>
            </a:xfrm>
            <a:custGeom>
              <a:rect b="b" l="l" r="r" t="t"/>
              <a:pathLst>
                <a:path extrusionOk="0" h="22085" w="53089">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10"/>
            <p:cNvSpPr/>
            <p:nvPr/>
          </p:nvSpPr>
          <p:spPr>
            <a:xfrm>
              <a:off x="7621291" y="4213140"/>
              <a:ext cx="1097475" cy="790709"/>
            </a:xfrm>
            <a:custGeom>
              <a:rect b="b" l="l" r="r" t="t"/>
              <a:pathLst>
                <a:path extrusionOk="0" h="8573" w="11899">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3" name="Google Shape;123;p10"/>
          <p:cNvSpPr/>
          <p:nvPr/>
        </p:nvSpPr>
        <p:spPr>
          <a:xfrm flipH="1">
            <a:off x="7038131" y="364575"/>
            <a:ext cx="1301721" cy="1187292"/>
          </a:xfrm>
          <a:custGeom>
            <a:rect b="b" l="l" r="r" t="t"/>
            <a:pathLst>
              <a:path extrusionOk="0" h="13613" w="14925">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10"/>
          <p:cNvSpPr/>
          <p:nvPr/>
        </p:nvSpPr>
        <p:spPr>
          <a:xfrm flipH="1">
            <a:off x="6285983" y="406997"/>
            <a:ext cx="3632400" cy="76534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0"/>
          <p:cNvSpPr/>
          <p:nvPr/>
        </p:nvSpPr>
        <p:spPr>
          <a:xfrm flipH="1">
            <a:off x="4307126" y="670551"/>
            <a:ext cx="264776" cy="238237"/>
          </a:xfrm>
          <a:custGeom>
            <a:rect b="b" l="l" r="r" t="t"/>
            <a:pathLst>
              <a:path extrusionOk="0" h="1284" w="1427">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0"/>
          <p:cNvSpPr/>
          <p:nvPr/>
        </p:nvSpPr>
        <p:spPr>
          <a:xfrm flipH="1">
            <a:off x="7784102" y="2307329"/>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10"/>
          <p:cNvSpPr/>
          <p:nvPr/>
        </p:nvSpPr>
        <p:spPr>
          <a:xfrm>
            <a:off x="1789387" y="4262211"/>
            <a:ext cx="555750" cy="296952"/>
          </a:xfrm>
          <a:custGeom>
            <a:rect b="b" l="l" r="r" t="t"/>
            <a:pathLst>
              <a:path extrusionOk="0" h="1829" w="3423">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0"/>
          <p:cNvSpPr txBox="1"/>
          <p:nvPr>
            <p:ph type="title"/>
          </p:nvPr>
        </p:nvSpPr>
        <p:spPr>
          <a:xfrm>
            <a:off x="715100" y="1495650"/>
            <a:ext cx="2466600" cy="21522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300"/>
              <a:buNone/>
              <a:defRPr sz="35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129" name="Google Shape;129;p10"/>
          <p:cNvSpPr/>
          <p:nvPr/>
        </p:nvSpPr>
        <p:spPr>
          <a:xfrm>
            <a:off x="-201412" y="4346363"/>
            <a:ext cx="1301674" cy="524276"/>
          </a:xfrm>
          <a:custGeom>
            <a:rect b="b" l="l" r="r" t="t"/>
            <a:pathLst>
              <a:path extrusionOk="0" h="2355" w="5847">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30" name="Shape 130"/>
        <p:cNvGrpSpPr/>
        <p:nvPr/>
      </p:nvGrpSpPr>
      <p:grpSpPr>
        <a:xfrm>
          <a:off x="0" y="0"/>
          <a:ext cx="0" cy="0"/>
          <a:chOff x="0" y="0"/>
          <a:chExt cx="0" cy="0"/>
        </a:xfrm>
      </p:grpSpPr>
      <p:grpSp>
        <p:nvGrpSpPr>
          <p:cNvPr id="131" name="Google Shape;131;p11"/>
          <p:cNvGrpSpPr/>
          <p:nvPr/>
        </p:nvGrpSpPr>
        <p:grpSpPr>
          <a:xfrm flipH="1">
            <a:off x="4410419" y="3173650"/>
            <a:ext cx="4733581" cy="1969850"/>
            <a:chOff x="-6" y="3326050"/>
            <a:chExt cx="4733581" cy="1969850"/>
          </a:xfrm>
        </p:grpSpPr>
        <p:sp>
          <p:nvSpPr>
            <p:cNvPr id="132" name="Google Shape;132;p11"/>
            <p:cNvSpPr/>
            <p:nvPr/>
          </p:nvSpPr>
          <p:spPr>
            <a:xfrm flipH="1">
              <a:off x="-6" y="3326050"/>
              <a:ext cx="4733581" cy="1969850"/>
            </a:xfrm>
            <a:custGeom>
              <a:rect b="b" l="l" r="r" t="t"/>
              <a:pathLst>
                <a:path extrusionOk="0" h="22086" w="53073">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1"/>
            <p:cNvSpPr/>
            <p:nvPr/>
          </p:nvSpPr>
          <p:spPr>
            <a:xfrm flipH="1">
              <a:off x="1072366" y="4275490"/>
              <a:ext cx="1097475" cy="790709"/>
            </a:xfrm>
            <a:custGeom>
              <a:rect b="b" l="l" r="r" t="t"/>
              <a:pathLst>
                <a:path extrusionOk="0" h="8573" w="11899">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4" name="Google Shape;134;p11"/>
          <p:cNvGrpSpPr/>
          <p:nvPr/>
        </p:nvGrpSpPr>
        <p:grpSpPr>
          <a:xfrm flipH="1" rot="-337720">
            <a:off x="-637014" y="260869"/>
            <a:ext cx="2513858" cy="2854119"/>
            <a:chOff x="652975" y="879525"/>
            <a:chExt cx="838075" cy="951575"/>
          </a:xfrm>
        </p:grpSpPr>
        <p:sp>
          <p:nvSpPr>
            <p:cNvPr id="135" name="Google Shape;135;p11"/>
            <p:cNvSpPr/>
            <p:nvPr/>
          </p:nvSpPr>
          <p:spPr>
            <a:xfrm>
              <a:off x="653750" y="1109175"/>
              <a:ext cx="361625" cy="332250"/>
            </a:xfrm>
            <a:custGeom>
              <a:rect b="b" l="l" r="r" t="t"/>
              <a:pathLst>
                <a:path extrusionOk="0" h="13290" w="14465">
                  <a:moveTo>
                    <a:pt x="10359" y="0"/>
                  </a:moveTo>
                  <a:cubicBezTo>
                    <a:pt x="9828" y="0"/>
                    <a:pt x="9234" y="108"/>
                    <a:pt x="8572" y="360"/>
                  </a:cubicBezTo>
                  <a:cubicBezTo>
                    <a:pt x="8572" y="360"/>
                    <a:pt x="10789" y="2214"/>
                    <a:pt x="10504" y="2325"/>
                  </a:cubicBezTo>
                  <a:cubicBezTo>
                    <a:pt x="10497" y="2327"/>
                    <a:pt x="10488" y="2328"/>
                    <a:pt x="10479" y="2328"/>
                  </a:cubicBezTo>
                  <a:cubicBezTo>
                    <a:pt x="10127" y="2328"/>
                    <a:pt x="8476" y="758"/>
                    <a:pt x="7596" y="758"/>
                  </a:cubicBezTo>
                  <a:cubicBezTo>
                    <a:pt x="7549" y="758"/>
                    <a:pt x="7505" y="763"/>
                    <a:pt x="7463" y="772"/>
                  </a:cubicBezTo>
                  <a:cubicBezTo>
                    <a:pt x="6607" y="946"/>
                    <a:pt x="6354" y="1184"/>
                    <a:pt x="6354" y="1184"/>
                  </a:cubicBezTo>
                  <a:cubicBezTo>
                    <a:pt x="6354" y="1184"/>
                    <a:pt x="9966" y="2515"/>
                    <a:pt x="9348" y="3006"/>
                  </a:cubicBezTo>
                  <a:cubicBezTo>
                    <a:pt x="9284" y="3057"/>
                    <a:pt x="9204" y="3079"/>
                    <a:pt x="9111" y="3079"/>
                  </a:cubicBezTo>
                  <a:cubicBezTo>
                    <a:pt x="8382" y="3079"/>
                    <a:pt x="6839" y="1702"/>
                    <a:pt x="5813" y="1702"/>
                  </a:cubicBezTo>
                  <a:cubicBezTo>
                    <a:pt x="5701" y="1702"/>
                    <a:pt x="5596" y="1718"/>
                    <a:pt x="5498" y="1754"/>
                  </a:cubicBezTo>
                  <a:cubicBezTo>
                    <a:pt x="4389" y="2166"/>
                    <a:pt x="1759" y="3941"/>
                    <a:pt x="1759" y="3941"/>
                  </a:cubicBezTo>
                  <a:cubicBezTo>
                    <a:pt x="1759" y="3941"/>
                    <a:pt x="5641" y="4701"/>
                    <a:pt x="5213" y="5145"/>
                  </a:cubicBezTo>
                  <a:cubicBezTo>
                    <a:pt x="5153" y="5202"/>
                    <a:pt x="5042" y="5226"/>
                    <a:pt x="4892" y="5226"/>
                  </a:cubicBezTo>
                  <a:cubicBezTo>
                    <a:pt x="4179" y="5226"/>
                    <a:pt x="2597" y="4688"/>
                    <a:pt x="1619" y="4688"/>
                  </a:cubicBezTo>
                  <a:cubicBezTo>
                    <a:pt x="1272" y="4688"/>
                    <a:pt x="1001" y="4756"/>
                    <a:pt x="872" y="4939"/>
                  </a:cubicBezTo>
                  <a:cubicBezTo>
                    <a:pt x="286" y="5747"/>
                    <a:pt x="1" y="8186"/>
                    <a:pt x="1" y="8186"/>
                  </a:cubicBezTo>
                  <a:cubicBezTo>
                    <a:pt x="1" y="8186"/>
                    <a:pt x="1515" y="7492"/>
                    <a:pt x="2171" y="7492"/>
                  </a:cubicBezTo>
                  <a:cubicBezTo>
                    <a:pt x="2319" y="7492"/>
                    <a:pt x="2424" y="7528"/>
                    <a:pt x="2456" y="7616"/>
                  </a:cubicBezTo>
                  <a:cubicBezTo>
                    <a:pt x="2631" y="8076"/>
                    <a:pt x="460" y="8884"/>
                    <a:pt x="365" y="9185"/>
                  </a:cubicBezTo>
                  <a:cubicBezTo>
                    <a:pt x="286" y="9470"/>
                    <a:pt x="1601" y="11450"/>
                    <a:pt x="1791" y="13050"/>
                  </a:cubicBezTo>
                  <a:cubicBezTo>
                    <a:pt x="1810" y="13214"/>
                    <a:pt x="1833" y="13290"/>
                    <a:pt x="1863" y="13290"/>
                  </a:cubicBezTo>
                  <a:cubicBezTo>
                    <a:pt x="2125" y="13290"/>
                    <a:pt x="2954" y="7541"/>
                    <a:pt x="7304" y="5224"/>
                  </a:cubicBezTo>
                  <a:cubicBezTo>
                    <a:pt x="10379" y="3586"/>
                    <a:pt x="12013" y="3287"/>
                    <a:pt x="12798" y="3287"/>
                  </a:cubicBezTo>
                  <a:cubicBezTo>
                    <a:pt x="13250" y="3287"/>
                    <a:pt x="13419" y="3386"/>
                    <a:pt x="13419" y="3386"/>
                  </a:cubicBezTo>
                  <a:lnTo>
                    <a:pt x="11994" y="4036"/>
                  </a:lnTo>
                  <a:lnTo>
                    <a:pt x="14465" y="3861"/>
                  </a:lnTo>
                  <a:cubicBezTo>
                    <a:pt x="14465" y="3861"/>
                    <a:pt x="13535" y="0"/>
                    <a:pt x="1035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11"/>
            <p:cNvSpPr/>
            <p:nvPr/>
          </p:nvSpPr>
          <p:spPr>
            <a:xfrm>
              <a:off x="871200" y="1180350"/>
              <a:ext cx="172300" cy="472975"/>
            </a:xfrm>
            <a:custGeom>
              <a:rect b="b" l="l" r="r" t="t"/>
              <a:pathLst>
                <a:path extrusionOk="0" h="18919" w="6892">
                  <a:moveTo>
                    <a:pt x="6106" y="0"/>
                  </a:moveTo>
                  <a:cubicBezTo>
                    <a:pt x="5666" y="0"/>
                    <a:pt x="3360" y="39"/>
                    <a:pt x="2630" y="840"/>
                  </a:cubicBezTo>
                  <a:cubicBezTo>
                    <a:pt x="1822" y="1727"/>
                    <a:pt x="1078" y="3502"/>
                    <a:pt x="1078" y="3502"/>
                  </a:cubicBezTo>
                  <a:cubicBezTo>
                    <a:pt x="1078" y="3502"/>
                    <a:pt x="2540" y="3060"/>
                    <a:pt x="3222" y="3060"/>
                  </a:cubicBezTo>
                  <a:cubicBezTo>
                    <a:pt x="3435" y="3060"/>
                    <a:pt x="3572" y="3103"/>
                    <a:pt x="3565" y="3217"/>
                  </a:cubicBezTo>
                  <a:cubicBezTo>
                    <a:pt x="3549" y="3692"/>
                    <a:pt x="777" y="3581"/>
                    <a:pt x="745" y="4801"/>
                  </a:cubicBezTo>
                  <a:cubicBezTo>
                    <a:pt x="761" y="5403"/>
                    <a:pt x="697" y="6005"/>
                    <a:pt x="571" y="6591"/>
                  </a:cubicBezTo>
                  <a:cubicBezTo>
                    <a:pt x="571" y="6591"/>
                    <a:pt x="3212" y="4784"/>
                    <a:pt x="3832" y="4784"/>
                  </a:cubicBezTo>
                  <a:cubicBezTo>
                    <a:pt x="3911" y="4784"/>
                    <a:pt x="3957" y="4814"/>
                    <a:pt x="3961" y="4880"/>
                  </a:cubicBezTo>
                  <a:cubicBezTo>
                    <a:pt x="3993" y="5466"/>
                    <a:pt x="681" y="7146"/>
                    <a:pt x="396" y="7985"/>
                  </a:cubicBezTo>
                  <a:cubicBezTo>
                    <a:pt x="111" y="8825"/>
                    <a:pt x="0" y="11993"/>
                    <a:pt x="444" y="13166"/>
                  </a:cubicBezTo>
                  <a:cubicBezTo>
                    <a:pt x="486" y="13282"/>
                    <a:pt x="539" y="13333"/>
                    <a:pt x="601" y="13333"/>
                  </a:cubicBezTo>
                  <a:cubicBezTo>
                    <a:pt x="1100" y="13333"/>
                    <a:pt x="2182" y="10016"/>
                    <a:pt x="2930" y="10016"/>
                  </a:cubicBezTo>
                  <a:cubicBezTo>
                    <a:pt x="3033" y="10016"/>
                    <a:pt x="3129" y="10078"/>
                    <a:pt x="3216" y="10219"/>
                  </a:cubicBezTo>
                  <a:cubicBezTo>
                    <a:pt x="4024" y="11518"/>
                    <a:pt x="507" y="12611"/>
                    <a:pt x="1188" y="14497"/>
                  </a:cubicBezTo>
                  <a:cubicBezTo>
                    <a:pt x="1886" y="16366"/>
                    <a:pt x="4278" y="18758"/>
                    <a:pt x="5117" y="18917"/>
                  </a:cubicBezTo>
                  <a:cubicBezTo>
                    <a:pt x="5125" y="18918"/>
                    <a:pt x="5132" y="18919"/>
                    <a:pt x="5139" y="18919"/>
                  </a:cubicBezTo>
                  <a:cubicBezTo>
                    <a:pt x="5884" y="18919"/>
                    <a:pt x="2871" y="10637"/>
                    <a:pt x="4864" y="6211"/>
                  </a:cubicBezTo>
                  <a:cubicBezTo>
                    <a:pt x="6892" y="1727"/>
                    <a:pt x="6179" y="1"/>
                    <a:pt x="6179" y="1"/>
                  </a:cubicBezTo>
                  <a:cubicBezTo>
                    <a:pt x="6179" y="1"/>
                    <a:pt x="6153" y="0"/>
                    <a:pt x="610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11"/>
            <p:cNvSpPr/>
            <p:nvPr/>
          </p:nvSpPr>
          <p:spPr>
            <a:xfrm>
              <a:off x="974175" y="1171250"/>
              <a:ext cx="207950" cy="334625"/>
            </a:xfrm>
            <a:custGeom>
              <a:rect b="b" l="l" r="r" t="t"/>
              <a:pathLst>
                <a:path extrusionOk="0" h="13385" w="8318">
                  <a:moveTo>
                    <a:pt x="3216" y="0"/>
                  </a:moveTo>
                  <a:cubicBezTo>
                    <a:pt x="3216" y="0"/>
                    <a:pt x="0" y="143"/>
                    <a:pt x="634" y="4959"/>
                  </a:cubicBezTo>
                  <a:cubicBezTo>
                    <a:pt x="634" y="4959"/>
                    <a:pt x="1813" y="3887"/>
                    <a:pt x="2249" y="3887"/>
                  </a:cubicBezTo>
                  <a:cubicBezTo>
                    <a:pt x="2287" y="3887"/>
                    <a:pt x="2320" y="3895"/>
                    <a:pt x="2345" y="3913"/>
                  </a:cubicBezTo>
                  <a:cubicBezTo>
                    <a:pt x="2662" y="4135"/>
                    <a:pt x="808" y="4674"/>
                    <a:pt x="888" y="5640"/>
                  </a:cubicBezTo>
                  <a:cubicBezTo>
                    <a:pt x="983" y="6607"/>
                    <a:pt x="1030" y="7129"/>
                    <a:pt x="1030" y="7129"/>
                  </a:cubicBezTo>
                  <a:cubicBezTo>
                    <a:pt x="1030" y="7129"/>
                    <a:pt x="2246" y="4952"/>
                    <a:pt x="2661" y="4952"/>
                  </a:cubicBezTo>
                  <a:cubicBezTo>
                    <a:pt x="2685" y="4952"/>
                    <a:pt x="2707" y="4959"/>
                    <a:pt x="2725" y="4975"/>
                  </a:cubicBezTo>
                  <a:cubicBezTo>
                    <a:pt x="3074" y="5244"/>
                    <a:pt x="1442" y="7177"/>
                    <a:pt x="1394" y="8127"/>
                  </a:cubicBezTo>
                  <a:cubicBezTo>
                    <a:pt x="1347" y="9078"/>
                    <a:pt x="2393" y="10821"/>
                    <a:pt x="2393" y="10821"/>
                  </a:cubicBezTo>
                  <a:cubicBezTo>
                    <a:pt x="2393" y="10821"/>
                    <a:pt x="3521" y="8646"/>
                    <a:pt x="3854" y="8646"/>
                  </a:cubicBezTo>
                  <a:cubicBezTo>
                    <a:pt x="3878" y="8646"/>
                    <a:pt x="3898" y="8657"/>
                    <a:pt x="3913" y="8682"/>
                  </a:cubicBezTo>
                  <a:cubicBezTo>
                    <a:pt x="4135" y="9046"/>
                    <a:pt x="2662" y="10456"/>
                    <a:pt x="3042" y="11518"/>
                  </a:cubicBezTo>
                  <a:cubicBezTo>
                    <a:pt x="3389" y="12433"/>
                    <a:pt x="5726" y="13385"/>
                    <a:pt x="6930" y="13385"/>
                  </a:cubicBezTo>
                  <a:cubicBezTo>
                    <a:pt x="7102" y="13385"/>
                    <a:pt x="7251" y="13365"/>
                    <a:pt x="7367" y="13324"/>
                  </a:cubicBezTo>
                  <a:cubicBezTo>
                    <a:pt x="8318" y="12975"/>
                    <a:pt x="4389" y="8286"/>
                    <a:pt x="3834" y="5894"/>
                  </a:cubicBezTo>
                  <a:cubicBezTo>
                    <a:pt x="3296" y="3501"/>
                    <a:pt x="3216" y="0"/>
                    <a:pt x="3216"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11"/>
            <p:cNvSpPr/>
            <p:nvPr/>
          </p:nvSpPr>
          <p:spPr>
            <a:xfrm>
              <a:off x="652975" y="1026200"/>
              <a:ext cx="389350" cy="176350"/>
            </a:xfrm>
            <a:custGeom>
              <a:rect b="b" l="l" r="r" t="t"/>
              <a:pathLst>
                <a:path extrusionOk="0" h="7054" w="15574">
                  <a:moveTo>
                    <a:pt x="5673" y="0"/>
                  </a:moveTo>
                  <a:cubicBezTo>
                    <a:pt x="5394" y="0"/>
                    <a:pt x="5116" y="66"/>
                    <a:pt x="4848" y="226"/>
                  </a:cubicBezTo>
                  <a:cubicBezTo>
                    <a:pt x="4848" y="226"/>
                    <a:pt x="6844" y="1445"/>
                    <a:pt x="6305" y="1794"/>
                  </a:cubicBezTo>
                  <a:cubicBezTo>
                    <a:pt x="6262" y="1821"/>
                    <a:pt x="6212" y="1834"/>
                    <a:pt x="6155" y="1834"/>
                  </a:cubicBezTo>
                  <a:cubicBezTo>
                    <a:pt x="5653" y="1834"/>
                    <a:pt x="4666" y="855"/>
                    <a:pt x="3904" y="855"/>
                  </a:cubicBezTo>
                  <a:cubicBezTo>
                    <a:pt x="3715" y="855"/>
                    <a:pt x="3540" y="915"/>
                    <a:pt x="3390" y="1065"/>
                  </a:cubicBezTo>
                  <a:cubicBezTo>
                    <a:pt x="2551" y="1873"/>
                    <a:pt x="1980" y="2570"/>
                    <a:pt x="1980" y="2570"/>
                  </a:cubicBezTo>
                  <a:cubicBezTo>
                    <a:pt x="1980" y="2570"/>
                    <a:pt x="2473" y="2513"/>
                    <a:pt x="2896" y="2513"/>
                  </a:cubicBezTo>
                  <a:cubicBezTo>
                    <a:pt x="3304" y="2513"/>
                    <a:pt x="3648" y="2566"/>
                    <a:pt x="3422" y="2776"/>
                  </a:cubicBezTo>
                  <a:cubicBezTo>
                    <a:pt x="2978" y="3220"/>
                    <a:pt x="1584" y="2966"/>
                    <a:pt x="1046" y="3378"/>
                  </a:cubicBezTo>
                  <a:cubicBezTo>
                    <a:pt x="491" y="3806"/>
                    <a:pt x="0" y="5311"/>
                    <a:pt x="0" y="5311"/>
                  </a:cubicBezTo>
                  <a:cubicBezTo>
                    <a:pt x="0" y="5311"/>
                    <a:pt x="3543" y="2892"/>
                    <a:pt x="7141" y="2892"/>
                  </a:cubicBezTo>
                  <a:cubicBezTo>
                    <a:pt x="8045" y="2892"/>
                    <a:pt x="8951" y="3044"/>
                    <a:pt x="9807" y="3426"/>
                  </a:cubicBezTo>
                  <a:cubicBezTo>
                    <a:pt x="14068" y="5311"/>
                    <a:pt x="14448" y="7054"/>
                    <a:pt x="14448" y="7054"/>
                  </a:cubicBezTo>
                  <a:cubicBezTo>
                    <a:pt x="14448" y="7054"/>
                    <a:pt x="15573" y="4677"/>
                    <a:pt x="14971" y="4218"/>
                  </a:cubicBezTo>
                  <a:cubicBezTo>
                    <a:pt x="14866" y="4137"/>
                    <a:pt x="14799" y="4104"/>
                    <a:pt x="14758" y="4104"/>
                  </a:cubicBezTo>
                  <a:cubicBezTo>
                    <a:pt x="14577" y="4104"/>
                    <a:pt x="14865" y="4713"/>
                    <a:pt x="14602" y="4713"/>
                  </a:cubicBezTo>
                  <a:cubicBezTo>
                    <a:pt x="14567" y="4713"/>
                    <a:pt x="14522" y="4702"/>
                    <a:pt x="14464" y="4677"/>
                  </a:cubicBezTo>
                  <a:cubicBezTo>
                    <a:pt x="13862" y="4440"/>
                    <a:pt x="14955" y="3743"/>
                    <a:pt x="13656" y="2539"/>
                  </a:cubicBezTo>
                  <a:lnTo>
                    <a:pt x="12373" y="1319"/>
                  </a:lnTo>
                  <a:lnTo>
                    <a:pt x="12373" y="1319"/>
                  </a:lnTo>
                  <a:cubicBezTo>
                    <a:pt x="12373" y="1319"/>
                    <a:pt x="13450" y="3093"/>
                    <a:pt x="12928" y="3426"/>
                  </a:cubicBezTo>
                  <a:cubicBezTo>
                    <a:pt x="12885" y="3452"/>
                    <a:pt x="12848" y="3465"/>
                    <a:pt x="12817" y="3465"/>
                  </a:cubicBezTo>
                  <a:cubicBezTo>
                    <a:pt x="12455" y="3465"/>
                    <a:pt x="12762" y="1801"/>
                    <a:pt x="11391" y="970"/>
                  </a:cubicBezTo>
                  <a:cubicBezTo>
                    <a:pt x="10871" y="664"/>
                    <a:pt x="10572" y="525"/>
                    <a:pt x="10433" y="525"/>
                  </a:cubicBezTo>
                  <a:cubicBezTo>
                    <a:pt x="10168" y="525"/>
                    <a:pt x="10475" y="1022"/>
                    <a:pt x="10931" y="1810"/>
                  </a:cubicBezTo>
                  <a:cubicBezTo>
                    <a:pt x="11247" y="2356"/>
                    <a:pt x="11261" y="2618"/>
                    <a:pt x="11110" y="2618"/>
                  </a:cubicBezTo>
                  <a:cubicBezTo>
                    <a:pt x="10928" y="2618"/>
                    <a:pt x="10507" y="2236"/>
                    <a:pt x="10092" y="1509"/>
                  </a:cubicBezTo>
                  <a:cubicBezTo>
                    <a:pt x="9347" y="194"/>
                    <a:pt x="8571" y="321"/>
                    <a:pt x="7921" y="210"/>
                  </a:cubicBezTo>
                  <a:cubicBezTo>
                    <a:pt x="7885" y="203"/>
                    <a:pt x="7856" y="199"/>
                    <a:pt x="7834" y="199"/>
                  </a:cubicBezTo>
                  <a:cubicBezTo>
                    <a:pt x="7457" y="199"/>
                    <a:pt x="9126" y="1180"/>
                    <a:pt x="8872" y="1525"/>
                  </a:cubicBezTo>
                  <a:cubicBezTo>
                    <a:pt x="8854" y="1548"/>
                    <a:pt x="8829" y="1559"/>
                    <a:pt x="8797" y="1559"/>
                  </a:cubicBezTo>
                  <a:cubicBezTo>
                    <a:pt x="8414" y="1559"/>
                    <a:pt x="7030" y="0"/>
                    <a:pt x="5673"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1"/>
            <p:cNvSpPr/>
            <p:nvPr/>
          </p:nvSpPr>
          <p:spPr>
            <a:xfrm>
              <a:off x="995175" y="879525"/>
              <a:ext cx="217825" cy="311725"/>
            </a:xfrm>
            <a:custGeom>
              <a:rect b="b" l="l" r="r" t="t"/>
              <a:pathLst>
                <a:path extrusionOk="0" h="12469" w="8713">
                  <a:moveTo>
                    <a:pt x="5512" y="0"/>
                  </a:moveTo>
                  <a:cubicBezTo>
                    <a:pt x="4929" y="0"/>
                    <a:pt x="3795" y="345"/>
                    <a:pt x="3580" y="1055"/>
                  </a:cubicBezTo>
                  <a:cubicBezTo>
                    <a:pt x="3279" y="2100"/>
                    <a:pt x="3834" y="3098"/>
                    <a:pt x="3533" y="3146"/>
                  </a:cubicBezTo>
                  <a:cubicBezTo>
                    <a:pt x="3528" y="3147"/>
                    <a:pt x="3523" y="3147"/>
                    <a:pt x="3518" y="3147"/>
                  </a:cubicBezTo>
                  <a:cubicBezTo>
                    <a:pt x="3210" y="3147"/>
                    <a:pt x="3028" y="1698"/>
                    <a:pt x="3137" y="1324"/>
                  </a:cubicBezTo>
                  <a:cubicBezTo>
                    <a:pt x="3144" y="1298"/>
                    <a:pt x="3139" y="1285"/>
                    <a:pt x="3125" y="1285"/>
                  </a:cubicBezTo>
                  <a:cubicBezTo>
                    <a:pt x="2944" y="1285"/>
                    <a:pt x="1183" y="3319"/>
                    <a:pt x="1521" y="4112"/>
                  </a:cubicBezTo>
                  <a:cubicBezTo>
                    <a:pt x="1901" y="4984"/>
                    <a:pt x="2361" y="5839"/>
                    <a:pt x="2250" y="5982"/>
                  </a:cubicBezTo>
                  <a:cubicBezTo>
                    <a:pt x="2237" y="5996"/>
                    <a:pt x="2218" y="6003"/>
                    <a:pt x="2195" y="6003"/>
                  </a:cubicBezTo>
                  <a:cubicBezTo>
                    <a:pt x="1982" y="6003"/>
                    <a:pt x="1370" y="5425"/>
                    <a:pt x="1299" y="4397"/>
                  </a:cubicBezTo>
                  <a:cubicBezTo>
                    <a:pt x="1279" y="4166"/>
                    <a:pt x="1238" y="4072"/>
                    <a:pt x="1187" y="4072"/>
                  </a:cubicBezTo>
                  <a:cubicBezTo>
                    <a:pt x="993" y="4072"/>
                    <a:pt x="668" y="5467"/>
                    <a:pt x="982" y="5744"/>
                  </a:cubicBezTo>
                  <a:cubicBezTo>
                    <a:pt x="1378" y="6093"/>
                    <a:pt x="2028" y="6679"/>
                    <a:pt x="1774" y="6901"/>
                  </a:cubicBezTo>
                  <a:cubicBezTo>
                    <a:pt x="1757" y="6916"/>
                    <a:pt x="1738" y="6924"/>
                    <a:pt x="1717" y="6924"/>
                  </a:cubicBezTo>
                  <a:cubicBezTo>
                    <a:pt x="1473" y="6924"/>
                    <a:pt x="976" y="5948"/>
                    <a:pt x="796" y="5948"/>
                  </a:cubicBezTo>
                  <a:cubicBezTo>
                    <a:pt x="774" y="5948"/>
                    <a:pt x="756" y="5963"/>
                    <a:pt x="745" y="5998"/>
                  </a:cubicBezTo>
                  <a:cubicBezTo>
                    <a:pt x="650" y="6346"/>
                    <a:pt x="523" y="8025"/>
                    <a:pt x="1267" y="8612"/>
                  </a:cubicBezTo>
                  <a:cubicBezTo>
                    <a:pt x="1892" y="9080"/>
                    <a:pt x="1811" y="9517"/>
                    <a:pt x="1586" y="9517"/>
                  </a:cubicBezTo>
                  <a:cubicBezTo>
                    <a:pt x="1538" y="9517"/>
                    <a:pt x="1482" y="9496"/>
                    <a:pt x="1426" y="9451"/>
                  </a:cubicBezTo>
                  <a:cubicBezTo>
                    <a:pt x="1204" y="9265"/>
                    <a:pt x="803" y="8419"/>
                    <a:pt x="550" y="8419"/>
                  </a:cubicBezTo>
                  <a:cubicBezTo>
                    <a:pt x="458" y="8419"/>
                    <a:pt x="386" y="8528"/>
                    <a:pt x="349" y="8817"/>
                  </a:cubicBezTo>
                  <a:cubicBezTo>
                    <a:pt x="222" y="9895"/>
                    <a:pt x="1473" y="10275"/>
                    <a:pt x="1347" y="10560"/>
                  </a:cubicBezTo>
                  <a:cubicBezTo>
                    <a:pt x="1265" y="10723"/>
                    <a:pt x="1153" y="10880"/>
                    <a:pt x="978" y="10880"/>
                  </a:cubicBezTo>
                  <a:cubicBezTo>
                    <a:pt x="846" y="10880"/>
                    <a:pt x="678" y="10790"/>
                    <a:pt x="459" y="10544"/>
                  </a:cubicBezTo>
                  <a:cubicBezTo>
                    <a:pt x="414" y="10493"/>
                    <a:pt x="372" y="10470"/>
                    <a:pt x="336" y="10470"/>
                  </a:cubicBezTo>
                  <a:cubicBezTo>
                    <a:pt x="0" y="10470"/>
                    <a:pt x="130" y="12469"/>
                    <a:pt x="1766" y="12469"/>
                  </a:cubicBezTo>
                  <a:cubicBezTo>
                    <a:pt x="1971" y="12469"/>
                    <a:pt x="2201" y="12437"/>
                    <a:pt x="2456" y="12366"/>
                  </a:cubicBezTo>
                  <a:cubicBezTo>
                    <a:pt x="2456" y="12366"/>
                    <a:pt x="1521" y="8215"/>
                    <a:pt x="3374" y="5332"/>
                  </a:cubicBezTo>
                  <a:cubicBezTo>
                    <a:pt x="5212" y="2465"/>
                    <a:pt x="8539" y="1007"/>
                    <a:pt x="8650" y="516"/>
                  </a:cubicBezTo>
                  <a:cubicBezTo>
                    <a:pt x="8713" y="281"/>
                    <a:pt x="8275" y="189"/>
                    <a:pt x="7760" y="189"/>
                  </a:cubicBezTo>
                  <a:cubicBezTo>
                    <a:pt x="7233" y="189"/>
                    <a:pt x="6625" y="285"/>
                    <a:pt x="6385" y="421"/>
                  </a:cubicBezTo>
                  <a:cubicBezTo>
                    <a:pt x="5925" y="690"/>
                    <a:pt x="6036" y="1752"/>
                    <a:pt x="5545" y="1863"/>
                  </a:cubicBezTo>
                  <a:cubicBezTo>
                    <a:pt x="5524" y="1867"/>
                    <a:pt x="5506" y="1869"/>
                    <a:pt x="5488" y="1869"/>
                  </a:cubicBezTo>
                  <a:cubicBezTo>
                    <a:pt x="5085" y="1869"/>
                    <a:pt x="5450" y="686"/>
                    <a:pt x="5814" y="231"/>
                  </a:cubicBezTo>
                  <a:cubicBezTo>
                    <a:pt x="5942" y="78"/>
                    <a:pt x="5789" y="0"/>
                    <a:pt x="551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1"/>
            <p:cNvSpPr/>
            <p:nvPr/>
          </p:nvSpPr>
          <p:spPr>
            <a:xfrm>
              <a:off x="1018350" y="939575"/>
              <a:ext cx="396875" cy="253875"/>
            </a:xfrm>
            <a:custGeom>
              <a:rect b="b" l="l" r="r" t="t"/>
              <a:pathLst>
                <a:path extrusionOk="0" h="10155" w="15875">
                  <a:moveTo>
                    <a:pt x="9919" y="0"/>
                  </a:moveTo>
                  <a:cubicBezTo>
                    <a:pt x="9109" y="0"/>
                    <a:pt x="6517" y="983"/>
                    <a:pt x="6234" y="1774"/>
                  </a:cubicBezTo>
                  <a:cubicBezTo>
                    <a:pt x="5854" y="2819"/>
                    <a:pt x="6170" y="3833"/>
                    <a:pt x="5727" y="3992"/>
                  </a:cubicBezTo>
                  <a:cubicBezTo>
                    <a:pt x="5707" y="3999"/>
                    <a:pt x="5690" y="4002"/>
                    <a:pt x="5673" y="4002"/>
                  </a:cubicBezTo>
                  <a:cubicBezTo>
                    <a:pt x="5319" y="4002"/>
                    <a:pt x="5701" y="2412"/>
                    <a:pt x="5822" y="1821"/>
                  </a:cubicBezTo>
                  <a:cubicBezTo>
                    <a:pt x="5860" y="1652"/>
                    <a:pt x="5781" y="1580"/>
                    <a:pt x="5646" y="1580"/>
                  </a:cubicBezTo>
                  <a:cubicBezTo>
                    <a:pt x="5276" y="1580"/>
                    <a:pt x="4485" y="2127"/>
                    <a:pt x="4555" y="2708"/>
                  </a:cubicBezTo>
                  <a:cubicBezTo>
                    <a:pt x="4650" y="3516"/>
                    <a:pt x="5093" y="4245"/>
                    <a:pt x="4650" y="4419"/>
                  </a:cubicBezTo>
                  <a:cubicBezTo>
                    <a:pt x="4623" y="4429"/>
                    <a:pt x="4598" y="4433"/>
                    <a:pt x="4574" y="4433"/>
                  </a:cubicBezTo>
                  <a:cubicBezTo>
                    <a:pt x="4201" y="4433"/>
                    <a:pt x="4165" y="3322"/>
                    <a:pt x="4269" y="2756"/>
                  </a:cubicBezTo>
                  <a:cubicBezTo>
                    <a:pt x="4283" y="2681"/>
                    <a:pt x="4260" y="2648"/>
                    <a:pt x="4208" y="2648"/>
                  </a:cubicBezTo>
                  <a:cubicBezTo>
                    <a:pt x="3845" y="2648"/>
                    <a:pt x="2085" y="4335"/>
                    <a:pt x="2321" y="5085"/>
                  </a:cubicBezTo>
                  <a:cubicBezTo>
                    <a:pt x="2606" y="5940"/>
                    <a:pt x="2717" y="6526"/>
                    <a:pt x="2558" y="6606"/>
                  </a:cubicBezTo>
                  <a:cubicBezTo>
                    <a:pt x="2552" y="6608"/>
                    <a:pt x="2545" y="6609"/>
                    <a:pt x="2538" y="6609"/>
                  </a:cubicBezTo>
                  <a:cubicBezTo>
                    <a:pt x="2362" y="6609"/>
                    <a:pt x="2100" y="5871"/>
                    <a:pt x="2115" y="5322"/>
                  </a:cubicBezTo>
                  <a:cubicBezTo>
                    <a:pt x="2118" y="5256"/>
                    <a:pt x="2107" y="5225"/>
                    <a:pt x="2084" y="5225"/>
                  </a:cubicBezTo>
                  <a:cubicBezTo>
                    <a:pt x="1915" y="5225"/>
                    <a:pt x="1123" y="6944"/>
                    <a:pt x="1529" y="7699"/>
                  </a:cubicBezTo>
                  <a:cubicBezTo>
                    <a:pt x="1734" y="8103"/>
                    <a:pt x="1684" y="8316"/>
                    <a:pt x="1578" y="8316"/>
                  </a:cubicBezTo>
                  <a:cubicBezTo>
                    <a:pt x="1455" y="8316"/>
                    <a:pt x="1257" y="8032"/>
                    <a:pt x="1291" y="7429"/>
                  </a:cubicBezTo>
                  <a:cubicBezTo>
                    <a:pt x="1303" y="7209"/>
                    <a:pt x="1247" y="7112"/>
                    <a:pt x="1163" y="7112"/>
                  </a:cubicBezTo>
                  <a:cubicBezTo>
                    <a:pt x="817" y="7112"/>
                    <a:pt x="0" y="8741"/>
                    <a:pt x="1529" y="10154"/>
                  </a:cubicBezTo>
                  <a:cubicBezTo>
                    <a:pt x="1529" y="10154"/>
                    <a:pt x="3350" y="5940"/>
                    <a:pt x="6788" y="4879"/>
                  </a:cubicBezTo>
                  <a:cubicBezTo>
                    <a:pt x="7880" y="4537"/>
                    <a:pt x="9210" y="4428"/>
                    <a:pt x="10512" y="4428"/>
                  </a:cubicBezTo>
                  <a:cubicBezTo>
                    <a:pt x="12797" y="4428"/>
                    <a:pt x="14994" y="4763"/>
                    <a:pt x="15654" y="4763"/>
                  </a:cubicBezTo>
                  <a:cubicBezTo>
                    <a:pt x="15803" y="4763"/>
                    <a:pt x="15874" y="4746"/>
                    <a:pt x="15850" y="4704"/>
                  </a:cubicBezTo>
                  <a:cubicBezTo>
                    <a:pt x="15664" y="4378"/>
                    <a:pt x="14380" y="1675"/>
                    <a:pt x="13778" y="1675"/>
                  </a:cubicBezTo>
                  <a:cubicBezTo>
                    <a:pt x="13766" y="1675"/>
                    <a:pt x="13755" y="1676"/>
                    <a:pt x="13743" y="1679"/>
                  </a:cubicBezTo>
                  <a:cubicBezTo>
                    <a:pt x="13248" y="1770"/>
                    <a:pt x="12496" y="2471"/>
                    <a:pt x="12095" y="2471"/>
                  </a:cubicBezTo>
                  <a:cubicBezTo>
                    <a:pt x="12008" y="2471"/>
                    <a:pt x="11937" y="2439"/>
                    <a:pt x="11890" y="2360"/>
                  </a:cubicBezTo>
                  <a:cubicBezTo>
                    <a:pt x="11627" y="1942"/>
                    <a:pt x="13206" y="1313"/>
                    <a:pt x="13546" y="1313"/>
                  </a:cubicBezTo>
                  <a:cubicBezTo>
                    <a:pt x="13555" y="1313"/>
                    <a:pt x="13562" y="1313"/>
                    <a:pt x="13569" y="1314"/>
                  </a:cubicBezTo>
                  <a:cubicBezTo>
                    <a:pt x="13572" y="1314"/>
                    <a:pt x="13574" y="1315"/>
                    <a:pt x="13576" y="1315"/>
                  </a:cubicBezTo>
                  <a:cubicBezTo>
                    <a:pt x="13763" y="1315"/>
                    <a:pt x="11811" y="86"/>
                    <a:pt x="10906" y="86"/>
                  </a:cubicBezTo>
                  <a:cubicBezTo>
                    <a:pt x="10785" y="86"/>
                    <a:pt x="10682" y="108"/>
                    <a:pt x="10606" y="158"/>
                  </a:cubicBezTo>
                  <a:cubicBezTo>
                    <a:pt x="9973" y="601"/>
                    <a:pt x="9703" y="2170"/>
                    <a:pt x="9276" y="2217"/>
                  </a:cubicBezTo>
                  <a:cubicBezTo>
                    <a:pt x="9259" y="2220"/>
                    <a:pt x="9243" y="2221"/>
                    <a:pt x="9227" y="2221"/>
                  </a:cubicBezTo>
                  <a:cubicBezTo>
                    <a:pt x="8829" y="2221"/>
                    <a:pt x="8813" y="1447"/>
                    <a:pt x="9957" y="395"/>
                  </a:cubicBezTo>
                  <a:cubicBezTo>
                    <a:pt x="10265" y="116"/>
                    <a:pt x="10197" y="0"/>
                    <a:pt x="9919"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1"/>
            <p:cNvSpPr/>
            <p:nvPr/>
          </p:nvSpPr>
          <p:spPr>
            <a:xfrm>
              <a:off x="1051725" y="1108700"/>
              <a:ext cx="423275" cy="261100"/>
            </a:xfrm>
            <a:custGeom>
              <a:rect b="b" l="l" r="r" t="t"/>
              <a:pathLst>
                <a:path extrusionOk="0" h="10444" w="16931">
                  <a:moveTo>
                    <a:pt x="5607" y="1"/>
                  </a:moveTo>
                  <a:cubicBezTo>
                    <a:pt x="5103" y="1"/>
                    <a:pt x="4650" y="141"/>
                    <a:pt x="4408" y="522"/>
                  </a:cubicBezTo>
                  <a:cubicBezTo>
                    <a:pt x="3772" y="1520"/>
                    <a:pt x="3806" y="2041"/>
                    <a:pt x="3561" y="2041"/>
                  </a:cubicBezTo>
                  <a:cubicBezTo>
                    <a:pt x="3506" y="2041"/>
                    <a:pt x="3438" y="2015"/>
                    <a:pt x="3346" y="1964"/>
                  </a:cubicBezTo>
                  <a:cubicBezTo>
                    <a:pt x="2839" y="1678"/>
                    <a:pt x="3552" y="649"/>
                    <a:pt x="4043" y="253"/>
                  </a:cubicBezTo>
                  <a:cubicBezTo>
                    <a:pt x="4160" y="162"/>
                    <a:pt x="3991" y="98"/>
                    <a:pt x="3669" y="98"/>
                  </a:cubicBezTo>
                  <a:cubicBezTo>
                    <a:pt x="2630" y="98"/>
                    <a:pt x="0" y="766"/>
                    <a:pt x="194" y="3389"/>
                  </a:cubicBezTo>
                  <a:cubicBezTo>
                    <a:pt x="1068" y="3185"/>
                    <a:pt x="1955" y="3084"/>
                    <a:pt x="2839" y="3084"/>
                  </a:cubicBezTo>
                  <a:cubicBezTo>
                    <a:pt x="4967" y="3084"/>
                    <a:pt x="7071" y="3669"/>
                    <a:pt x="8907" y="4799"/>
                  </a:cubicBezTo>
                  <a:cubicBezTo>
                    <a:pt x="13264" y="7493"/>
                    <a:pt x="15466" y="10281"/>
                    <a:pt x="16210" y="10439"/>
                  </a:cubicBezTo>
                  <a:cubicBezTo>
                    <a:pt x="16224" y="10442"/>
                    <a:pt x="16238" y="10444"/>
                    <a:pt x="16251" y="10444"/>
                  </a:cubicBezTo>
                  <a:cubicBezTo>
                    <a:pt x="16931" y="10444"/>
                    <a:pt x="15865" y="6367"/>
                    <a:pt x="14325" y="4657"/>
                  </a:cubicBezTo>
                  <a:cubicBezTo>
                    <a:pt x="14325" y="4657"/>
                    <a:pt x="12374" y="5172"/>
                    <a:pt x="11572" y="5172"/>
                  </a:cubicBezTo>
                  <a:cubicBezTo>
                    <a:pt x="11409" y="5172"/>
                    <a:pt x="11294" y="5151"/>
                    <a:pt x="11252" y="5100"/>
                  </a:cubicBezTo>
                  <a:cubicBezTo>
                    <a:pt x="11014" y="4783"/>
                    <a:pt x="13977" y="4229"/>
                    <a:pt x="13977" y="4229"/>
                  </a:cubicBezTo>
                  <a:cubicBezTo>
                    <a:pt x="13977" y="4229"/>
                    <a:pt x="12472" y="3041"/>
                    <a:pt x="9826" y="2296"/>
                  </a:cubicBezTo>
                  <a:cubicBezTo>
                    <a:pt x="9826" y="2296"/>
                    <a:pt x="8124" y="3078"/>
                    <a:pt x="7576" y="3078"/>
                  </a:cubicBezTo>
                  <a:cubicBezTo>
                    <a:pt x="7510" y="3078"/>
                    <a:pt x="7461" y="3066"/>
                    <a:pt x="7434" y="3041"/>
                  </a:cubicBezTo>
                  <a:cubicBezTo>
                    <a:pt x="7180" y="2803"/>
                    <a:pt x="9382" y="1932"/>
                    <a:pt x="9382" y="1932"/>
                  </a:cubicBezTo>
                  <a:cubicBezTo>
                    <a:pt x="9382" y="1932"/>
                    <a:pt x="8777" y="1368"/>
                    <a:pt x="8348" y="1368"/>
                  </a:cubicBezTo>
                  <a:cubicBezTo>
                    <a:pt x="8317" y="1368"/>
                    <a:pt x="8287" y="1371"/>
                    <a:pt x="8257" y="1377"/>
                  </a:cubicBezTo>
                  <a:cubicBezTo>
                    <a:pt x="7890" y="1459"/>
                    <a:pt x="7018" y="2255"/>
                    <a:pt x="6459" y="2255"/>
                  </a:cubicBezTo>
                  <a:cubicBezTo>
                    <a:pt x="6368" y="2255"/>
                    <a:pt x="6285" y="2234"/>
                    <a:pt x="6214" y="2185"/>
                  </a:cubicBezTo>
                  <a:cubicBezTo>
                    <a:pt x="5723" y="1837"/>
                    <a:pt x="7798" y="1346"/>
                    <a:pt x="7956" y="950"/>
                  </a:cubicBezTo>
                  <a:cubicBezTo>
                    <a:pt x="8065" y="677"/>
                    <a:pt x="6714" y="1"/>
                    <a:pt x="5607"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1"/>
            <p:cNvSpPr/>
            <p:nvPr/>
          </p:nvSpPr>
          <p:spPr>
            <a:xfrm>
              <a:off x="1056550" y="1167875"/>
              <a:ext cx="272125" cy="283425"/>
            </a:xfrm>
            <a:custGeom>
              <a:rect b="b" l="l" r="r" t="t"/>
              <a:pathLst>
                <a:path extrusionOk="0" h="11337" w="10885">
                  <a:moveTo>
                    <a:pt x="1586" y="1"/>
                  </a:moveTo>
                  <a:cubicBezTo>
                    <a:pt x="897" y="1"/>
                    <a:pt x="50" y="242"/>
                    <a:pt x="1" y="1022"/>
                  </a:cubicBezTo>
                  <a:cubicBezTo>
                    <a:pt x="1" y="1022"/>
                    <a:pt x="2931" y="1292"/>
                    <a:pt x="6195" y="4920"/>
                  </a:cubicBezTo>
                  <a:cubicBezTo>
                    <a:pt x="9456" y="8527"/>
                    <a:pt x="9756" y="11336"/>
                    <a:pt x="10320" y="11336"/>
                  </a:cubicBezTo>
                  <a:cubicBezTo>
                    <a:pt x="10324" y="11336"/>
                    <a:pt x="10327" y="11336"/>
                    <a:pt x="10330" y="11336"/>
                  </a:cubicBezTo>
                  <a:cubicBezTo>
                    <a:pt x="10884" y="11288"/>
                    <a:pt x="10774" y="6932"/>
                    <a:pt x="10377" y="6314"/>
                  </a:cubicBezTo>
                  <a:cubicBezTo>
                    <a:pt x="9981" y="5696"/>
                    <a:pt x="8445" y="6219"/>
                    <a:pt x="8255" y="5633"/>
                  </a:cubicBezTo>
                  <a:cubicBezTo>
                    <a:pt x="8204" y="5474"/>
                    <a:pt x="8310" y="5419"/>
                    <a:pt x="8494" y="5419"/>
                  </a:cubicBezTo>
                  <a:cubicBezTo>
                    <a:pt x="8917" y="5419"/>
                    <a:pt x="9752" y="5711"/>
                    <a:pt x="10049" y="5711"/>
                  </a:cubicBezTo>
                  <a:cubicBezTo>
                    <a:pt x="10113" y="5711"/>
                    <a:pt x="10152" y="5697"/>
                    <a:pt x="10156" y="5664"/>
                  </a:cubicBezTo>
                  <a:cubicBezTo>
                    <a:pt x="10187" y="5427"/>
                    <a:pt x="9506" y="3304"/>
                    <a:pt x="7827" y="3019"/>
                  </a:cubicBezTo>
                  <a:cubicBezTo>
                    <a:pt x="6163" y="2733"/>
                    <a:pt x="5609" y="2670"/>
                    <a:pt x="5704" y="2480"/>
                  </a:cubicBezTo>
                  <a:cubicBezTo>
                    <a:pt x="5738" y="2406"/>
                    <a:pt x="5906" y="2381"/>
                    <a:pt x="6130" y="2381"/>
                  </a:cubicBezTo>
                  <a:cubicBezTo>
                    <a:pt x="6529" y="2381"/>
                    <a:pt x="7106" y="2460"/>
                    <a:pt x="7431" y="2480"/>
                  </a:cubicBezTo>
                  <a:cubicBezTo>
                    <a:pt x="7434" y="2480"/>
                    <a:pt x="7438" y="2480"/>
                    <a:pt x="7441" y="2480"/>
                  </a:cubicBezTo>
                  <a:cubicBezTo>
                    <a:pt x="7850" y="2480"/>
                    <a:pt x="7215" y="1677"/>
                    <a:pt x="6400" y="1677"/>
                  </a:cubicBezTo>
                  <a:cubicBezTo>
                    <a:pt x="6251" y="1677"/>
                    <a:pt x="6097" y="1704"/>
                    <a:pt x="5942" y="1767"/>
                  </a:cubicBezTo>
                  <a:cubicBezTo>
                    <a:pt x="5385" y="1981"/>
                    <a:pt x="5023" y="2112"/>
                    <a:pt x="4840" y="2112"/>
                  </a:cubicBezTo>
                  <a:cubicBezTo>
                    <a:pt x="4685" y="2112"/>
                    <a:pt x="4659" y="2017"/>
                    <a:pt x="4753" y="1799"/>
                  </a:cubicBezTo>
                  <a:cubicBezTo>
                    <a:pt x="4943" y="1323"/>
                    <a:pt x="6971" y="1403"/>
                    <a:pt x="6813" y="1133"/>
                  </a:cubicBezTo>
                  <a:cubicBezTo>
                    <a:pt x="6681" y="942"/>
                    <a:pt x="5158" y="235"/>
                    <a:pt x="4113" y="235"/>
                  </a:cubicBezTo>
                  <a:cubicBezTo>
                    <a:pt x="3775" y="235"/>
                    <a:pt x="3486" y="310"/>
                    <a:pt x="3312" y="500"/>
                  </a:cubicBezTo>
                  <a:cubicBezTo>
                    <a:pt x="3046" y="782"/>
                    <a:pt x="2746" y="886"/>
                    <a:pt x="2511" y="886"/>
                  </a:cubicBezTo>
                  <a:cubicBezTo>
                    <a:pt x="2114" y="886"/>
                    <a:pt x="1903" y="592"/>
                    <a:pt x="2361" y="373"/>
                  </a:cubicBezTo>
                  <a:cubicBezTo>
                    <a:pt x="2708" y="199"/>
                    <a:pt x="2212" y="1"/>
                    <a:pt x="1586"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1"/>
            <p:cNvSpPr/>
            <p:nvPr/>
          </p:nvSpPr>
          <p:spPr>
            <a:xfrm>
              <a:off x="1045450" y="1185100"/>
              <a:ext cx="445600" cy="646000"/>
            </a:xfrm>
            <a:custGeom>
              <a:rect b="b" l="l" r="r" t="t"/>
              <a:pathLst>
                <a:path extrusionOk="0" h="25840" w="17824">
                  <a:moveTo>
                    <a:pt x="904" y="1"/>
                  </a:moveTo>
                  <a:lnTo>
                    <a:pt x="1" y="333"/>
                  </a:lnTo>
                  <a:cubicBezTo>
                    <a:pt x="1" y="333"/>
                    <a:pt x="1015" y="3233"/>
                    <a:pt x="6180" y="9237"/>
                  </a:cubicBezTo>
                  <a:cubicBezTo>
                    <a:pt x="12184" y="16192"/>
                    <a:pt x="14085" y="25840"/>
                    <a:pt x="14085" y="25840"/>
                  </a:cubicBezTo>
                  <a:lnTo>
                    <a:pt x="17824" y="24462"/>
                  </a:lnTo>
                  <a:cubicBezTo>
                    <a:pt x="16461" y="21166"/>
                    <a:pt x="13198" y="13277"/>
                    <a:pt x="7590" y="8191"/>
                  </a:cubicBezTo>
                  <a:cubicBezTo>
                    <a:pt x="1284" y="2456"/>
                    <a:pt x="904" y="1"/>
                    <a:pt x="90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4" name="Google Shape;144;p11"/>
          <p:cNvSpPr/>
          <p:nvPr/>
        </p:nvSpPr>
        <p:spPr>
          <a:xfrm flipH="1">
            <a:off x="7252861" y="-87825"/>
            <a:ext cx="1578207" cy="1439473"/>
          </a:xfrm>
          <a:custGeom>
            <a:rect b="b" l="l" r="r" t="t"/>
            <a:pathLst>
              <a:path extrusionOk="0" h="13613" w="14925">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1"/>
          <p:cNvSpPr/>
          <p:nvPr/>
        </p:nvSpPr>
        <p:spPr>
          <a:xfrm>
            <a:off x="-50570" y="3390485"/>
            <a:ext cx="3095691" cy="1762800"/>
          </a:xfrm>
          <a:custGeom>
            <a:rect b="b" l="l" r="r" t="t"/>
            <a:pathLst>
              <a:path extrusionOk="0" h="20695" w="36344">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1"/>
          <p:cNvSpPr/>
          <p:nvPr/>
        </p:nvSpPr>
        <p:spPr>
          <a:xfrm>
            <a:off x="2212048" y="80793"/>
            <a:ext cx="2722341" cy="765364"/>
          </a:xfrm>
          <a:custGeom>
            <a:rect b="b" l="l" r="r" t="t"/>
            <a:pathLst>
              <a:path extrusionOk="0" h="7238" w="25745">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1"/>
          <p:cNvSpPr/>
          <p:nvPr/>
        </p:nvSpPr>
        <p:spPr>
          <a:xfrm flipH="1">
            <a:off x="5841708" y="486460"/>
            <a:ext cx="3632400" cy="76534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1"/>
          <p:cNvSpPr/>
          <p:nvPr/>
        </p:nvSpPr>
        <p:spPr>
          <a:xfrm flipH="1">
            <a:off x="5185251" y="504626"/>
            <a:ext cx="264776" cy="238237"/>
          </a:xfrm>
          <a:custGeom>
            <a:rect b="b" l="l" r="r" t="t"/>
            <a:pathLst>
              <a:path extrusionOk="0" h="1284" w="1427">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1"/>
          <p:cNvSpPr/>
          <p:nvPr/>
        </p:nvSpPr>
        <p:spPr>
          <a:xfrm flipH="1">
            <a:off x="4079802" y="1341079"/>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1"/>
          <p:cNvSpPr/>
          <p:nvPr/>
        </p:nvSpPr>
        <p:spPr>
          <a:xfrm>
            <a:off x="1096437" y="2973886"/>
            <a:ext cx="555750" cy="296952"/>
          </a:xfrm>
          <a:custGeom>
            <a:rect b="b" l="l" r="r" t="t"/>
            <a:pathLst>
              <a:path extrusionOk="0" h="1829" w="3423">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1"/>
          <p:cNvSpPr/>
          <p:nvPr/>
        </p:nvSpPr>
        <p:spPr>
          <a:xfrm flipH="1">
            <a:off x="7814937" y="2214131"/>
            <a:ext cx="454052" cy="290734"/>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1"/>
          <p:cNvSpPr txBox="1"/>
          <p:nvPr>
            <p:ph type="title"/>
          </p:nvPr>
        </p:nvSpPr>
        <p:spPr>
          <a:xfrm>
            <a:off x="1802850" y="1603950"/>
            <a:ext cx="5538300" cy="1511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p:txBody>
      </p:sp>
      <p:sp>
        <p:nvSpPr>
          <p:cNvPr id="153" name="Google Shape;153;p11"/>
          <p:cNvSpPr txBox="1"/>
          <p:nvPr>
            <p:ph idx="1" type="subTitle"/>
          </p:nvPr>
        </p:nvSpPr>
        <p:spPr>
          <a:xfrm>
            <a:off x="2105400" y="3115050"/>
            <a:ext cx="4933200" cy="424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54" name="Shape 1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able of contents">
    <p:spTree>
      <p:nvGrpSpPr>
        <p:cNvPr id="155" name="Shape 155"/>
        <p:cNvGrpSpPr/>
        <p:nvPr/>
      </p:nvGrpSpPr>
      <p:grpSpPr>
        <a:xfrm>
          <a:off x="0" y="0"/>
          <a:ext cx="0" cy="0"/>
          <a:chOff x="0" y="0"/>
          <a:chExt cx="0" cy="0"/>
        </a:xfrm>
      </p:grpSpPr>
      <p:sp>
        <p:nvSpPr>
          <p:cNvPr id="156" name="Google Shape;156;p13"/>
          <p:cNvSpPr/>
          <p:nvPr/>
        </p:nvSpPr>
        <p:spPr>
          <a:xfrm flipH="1">
            <a:off x="7778411" y="-339013"/>
            <a:ext cx="1578207" cy="1439473"/>
          </a:xfrm>
          <a:custGeom>
            <a:rect b="b" l="l" r="r" t="t"/>
            <a:pathLst>
              <a:path extrusionOk="0" h="13613" w="14925">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3"/>
          <p:cNvSpPr/>
          <p:nvPr/>
        </p:nvSpPr>
        <p:spPr>
          <a:xfrm flipH="1">
            <a:off x="-1231392" y="152322"/>
            <a:ext cx="3632400" cy="76534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3"/>
          <p:cNvSpPr/>
          <p:nvPr/>
        </p:nvSpPr>
        <p:spPr>
          <a:xfrm flipH="1">
            <a:off x="6774425" y="4480600"/>
            <a:ext cx="2872380" cy="662903"/>
          </a:xfrm>
          <a:custGeom>
            <a:rect b="b" l="l" r="r" t="t"/>
            <a:pathLst>
              <a:path extrusionOk="0" h="5576" w="24161">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3"/>
          <p:cNvSpPr/>
          <p:nvPr/>
        </p:nvSpPr>
        <p:spPr>
          <a:xfrm flipH="1">
            <a:off x="4294027" y="1761370"/>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3"/>
          <p:cNvSpPr/>
          <p:nvPr/>
        </p:nvSpPr>
        <p:spPr>
          <a:xfrm>
            <a:off x="6774427" y="-169200"/>
            <a:ext cx="2096242" cy="771424"/>
          </a:xfrm>
          <a:custGeom>
            <a:rect b="b" l="l" r="r" t="t"/>
            <a:pathLst>
              <a:path extrusionOk="0" h="5310" w="16297">
                <a:moveTo>
                  <a:pt x="15151" y="1"/>
                </a:moveTo>
                <a:cubicBezTo>
                  <a:pt x="15139" y="1"/>
                  <a:pt x="15127" y="1"/>
                  <a:pt x="15115" y="2"/>
                </a:cubicBezTo>
                <a:cubicBezTo>
                  <a:pt x="13895" y="113"/>
                  <a:pt x="12580" y="3646"/>
                  <a:pt x="12580" y="3646"/>
                </a:cubicBezTo>
                <a:cubicBezTo>
                  <a:pt x="12580" y="3646"/>
                  <a:pt x="12152" y="1317"/>
                  <a:pt x="10498" y="1317"/>
                </a:cubicBezTo>
                <a:cubicBezTo>
                  <a:pt x="10297" y="1317"/>
                  <a:pt x="10078" y="1351"/>
                  <a:pt x="9839" y="1428"/>
                </a:cubicBezTo>
                <a:cubicBezTo>
                  <a:pt x="8080" y="1999"/>
                  <a:pt x="6734" y="4201"/>
                  <a:pt x="6734" y="4201"/>
                </a:cubicBezTo>
                <a:cubicBezTo>
                  <a:pt x="6734" y="4201"/>
                  <a:pt x="6562" y="3256"/>
                  <a:pt x="5538" y="3256"/>
                </a:cubicBezTo>
                <a:cubicBezTo>
                  <a:pt x="5399" y="3256"/>
                  <a:pt x="5243" y="3274"/>
                  <a:pt x="5070" y="3314"/>
                </a:cubicBezTo>
                <a:cubicBezTo>
                  <a:pt x="3645" y="3646"/>
                  <a:pt x="2646" y="4977"/>
                  <a:pt x="2646" y="4977"/>
                </a:cubicBezTo>
                <a:lnTo>
                  <a:pt x="1" y="5310"/>
                </a:lnTo>
                <a:lnTo>
                  <a:pt x="14465" y="5310"/>
                </a:lnTo>
                <a:cubicBezTo>
                  <a:pt x="14465" y="5310"/>
                  <a:pt x="16297" y="1"/>
                  <a:pt x="15151"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3"/>
          <p:cNvSpPr/>
          <p:nvPr/>
        </p:nvSpPr>
        <p:spPr>
          <a:xfrm flipH="1">
            <a:off x="7873049" y="702527"/>
            <a:ext cx="555751" cy="355842"/>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3"/>
          <p:cNvSpPr/>
          <p:nvPr/>
        </p:nvSpPr>
        <p:spPr>
          <a:xfrm flipH="1">
            <a:off x="319524" y="1258956"/>
            <a:ext cx="395468" cy="355851"/>
          </a:xfrm>
          <a:custGeom>
            <a:rect b="b" l="l" r="r" t="t"/>
            <a:pathLst>
              <a:path extrusionOk="0" h="1284" w="1427">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3" name="Google Shape;163;p13"/>
          <p:cNvGrpSpPr/>
          <p:nvPr/>
        </p:nvGrpSpPr>
        <p:grpSpPr>
          <a:xfrm>
            <a:off x="-2" y="3870726"/>
            <a:ext cx="3197045" cy="1331364"/>
            <a:chOff x="-2" y="3870726"/>
            <a:chExt cx="3197045" cy="1331364"/>
          </a:xfrm>
        </p:grpSpPr>
        <p:sp>
          <p:nvSpPr>
            <p:cNvPr id="164" name="Google Shape;164;p13"/>
            <p:cNvSpPr/>
            <p:nvPr/>
          </p:nvSpPr>
          <p:spPr>
            <a:xfrm flipH="1">
              <a:off x="-2" y="3870726"/>
              <a:ext cx="3197045" cy="1331364"/>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3"/>
            <p:cNvSpPr/>
            <p:nvPr/>
          </p:nvSpPr>
          <p:spPr>
            <a:xfrm flipH="1">
              <a:off x="231907" y="4480606"/>
              <a:ext cx="705789" cy="508567"/>
            </a:xfrm>
            <a:custGeom>
              <a:rect b="b" l="l" r="r" t="t"/>
              <a:pathLst>
                <a:path extrusionOk="0" h="8574" w="11899">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6" name="Google Shape;166;p13"/>
          <p:cNvSpPr txBox="1"/>
          <p:nvPr>
            <p:ph type="title"/>
          </p:nvPr>
        </p:nvSpPr>
        <p:spPr>
          <a:xfrm>
            <a:off x="715000" y="2317704"/>
            <a:ext cx="2336400" cy="404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3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67" name="Google Shape;167;p13"/>
          <p:cNvSpPr txBox="1"/>
          <p:nvPr>
            <p:ph idx="2" type="title"/>
          </p:nvPr>
        </p:nvSpPr>
        <p:spPr>
          <a:xfrm>
            <a:off x="1365400" y="1737550"/>
            <a:ext cx="10356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47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8" name="Google Shape;168;p13"/>
          <p:cNvSpPr txBox="1"/>
          <p:nvPr>
            <p:ph idx="1" type="subTitle"/>
          </p:nvPr>
        </p:nvSpPr>
        <p:spPr>
          <a:xfrm>
            <a:off x="715000" y="2746000"/>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13"/>
          <p:cNvSpPr txBox="1"/>
          <p:nvPr>
            <p:ph idx="3" type="title"/>
          </p:nvPr>
        </p:nvSpPr>
        <p:spPr>
          <a:xfrm>
            <a:off x="1546650" y="535000"/>
            <a:ext cx="6050700" cy="48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3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70" name="Google Shape;170;p13"/>
          <p:cNvSpPr txBox="1"/>
          <p:nvPr>
            <p:ph idx="4" type="title"/>
          </p:nvPr>
        </p:nvSpPr>
        <p:spPr>
          <a:xfrm>
            <a:off x="3403700" y="3232104"/>
            <a:ext cx="2336400" cy="404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3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71" name="Google Shape;171;p13"/>
          <p:cNvSpPr txBox="1"/>
          <p:nvPr>
            <p:ph idx="5" type="title"/>
          </p:nvPr>
        </p:nvSpPr>
        <p:spPr>
          <a:xfrm>
            <a:off x="4054100" y="2633100"/>
            <a:ext cx="10356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47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2" name="Google Shape;172;p13"/>
          <p:cNvSpPr txBox="1"/>
          <p:nvPr>
            <p:ph idx="6" type="subTitle"/>
          </p:nvPr>
        </p:nvSpPr>
        <p:spPr>
          <a:xfrm>
            <a:off x="3403700" y="3660400"/>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3" name="Google Shape;173;p13"/>
          <p:cNvSpPr txBox="1"/>
          <p:nvPr>
            <p:ph idx="7" type="title"/>
          </p:nvPr>
        </p:nvSpPr>
        <p:spPr>
          <a:xfrm>
            <a:off x="6092400" y="2317704"/>
            <a:ext cx="2336400" cy="404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3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74" name="Google Shape;174;p13"/>
          <p:cNvSpPr txBox="1"/>
          <p:nvPr>
            <p:ph idx="8" type="title"/>
          </p:nvPr>
        </p:nvSpPr>
        <p:spPr>
          <a:xfrm>
            <a:off x="6742800" y="1737550"/>
            <a:ext cx="1035600" cy="593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47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5" name="Google Shape;175;p13"/>
          <p:cNvSpPr txBox="1"/>
          <p:nvPr>
            <p:ph idx="9" type="subTitle"/>
          </p:nvPr>
        </p:nvSpPr>
        <p:spPr>
          <a:xfrm>
            <a:off x="6092400" y="2746000"/>
            <a:ext cx="2336400" cy="484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176" name="Shape 176"/>
        <p:cNvGrpSpPr/>
        <p:nvPr/>
      </p:nvGrpSpPr>
      <p:grpSpPr>
        <a:xfrm>
          <a:off x="0" y="0"/>
          <a:ext cx="0" cy="0"/>
          <a:chOff x="0" y="0"/>
          <a:chExt cx="0" cy="0"/>
        </a:xfrm>
      </p:grpSpPr>
      <p:sp>
        <p:nvSpPr>
          <p:cNvPr id="177" name="Google Shape;177;p14"/>
          <p:cNvSpPr/>
          <p:nvPr/>
        </p:nvSpPr>
        <p:spPr>
          <a:xfrm>
            <a:off x="6537625" y="4040625"/>
            <a:ext cx="2648525" cy="1102895"/>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8" name="Google Shape;178;p14"/>
          <p:cNvGrpSpPr/>
          <p:nvPr/>
        </p:nvGrpSpPr>
        <p:grpSpPr>
          <a:xfrm>
            <a:off x="-6" y="3326050"/>
            <a:ext cx="4733581" cy="1969850"/>
            <a:chOff x="-6" y="3326050"/>
            <a:chExt cx="4733581" cy="1969850"/>
          </a:xfrm>
        </p:grpSpPr>
        <p:sp>
          <p:nvSpPr>
            <p:cNvPr id="179" name="Google Shape;179;p14"/>
            <p:cNvSpPr/>
            <p:nvPr/>
          </p:nvSpPr>
          <p:spPr>
            <a:xfrm flipH="1">
              <a:off x="-6" y="3326050"/>
              <a:ext cx="4733581" cy="1969850"/>
            </a:xfrm>
            <a:custGeom>
              <a:rect b="b" l="l" r="r" t="t"/>
              <a:pathLst>
                <a:path extrusionOk="0" h="22086" w="53073">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p:nvPr/>
          </p:nvSpPr>
          <p:spPr>
            <a:xfrm flipH="1">
              <a:off x="1072366" y="4275490"/>
              <a:ext cx="1097475" cy="790709"/>
            </a:xfrm>
            <a:custGeom>
              <a:rect b="b" l="l" r="r" t="t"/>
              <a:pathLst>
                <a:path extrusionOk="0" h="8573" w="11899">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1" name="Google Shape;181;p14"/>
          <p:cNvSpPr/>
          <p:nvPr/>
        </p:nvSpPr>
        <p:spPr>
          <a:xfrm rot="10800000">
            <a:off x="6422082" y="-26098"/>
            <a:ext cx="2742518" cy="1561696"/>
          </a:xfrm>
          <a:custGeom>
            <a:rect b="b" l="l" r="r" t="t"/>
            <a:pathLst>
              <a:path extrusionOk="0" h="20695" w="36344">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4"/>
          <p:cNvSpPr/>
          <p:nvPr/>
        </p:nvSpPr>
        <p:spPr>
          <a:xfrm flipH="1">
            <a:off x="-344044" y="-304401"/>
            <a:ext cx="1969843" cy="1969843"/>
          </a:xfrm>
          <a:custGeom>
            <a:rect b="b" l="l" r="r" t="t"/>
            <a:pathLst>
              <a:path extrusionOk="0" h="25286" w="25286">
                <a:moveTo>
                  <a:pt x="12643" y="1"/>
                </a:moveTo>
                <a:cubicBezTo>
                  <a:pt x="5673" y="1"/>
                  <a:pt x="1" y="5657"/>
                  <a:pt x="1" y="12643"/>
                </a:cubicBezTo>
                <a:cubicBezTo>
                  <a:pt x="1" y="19630"/>
                  <a:pt x="5673" y="25285"/>
                  <a:pt x="12643" y="25285"/>
                </a:cubicBezTo>
                <a:cubicBezTo>
                  <a:pt x="19630" y="25285"/>
                  <a:pt x="25286" y="19630"/>
                  <a:pt x="25286" y="12643"/>
                </a:cubicBezTo>
                <a:cubicBezTo>
                  <a:pt x="25286" y="5657"/>
                  <a:pt x="19630" y="1"/>
                  <a:pt x="126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4"/>
          <p:cNvSpPr/>
          <p:nvPr/>
        </p:nvSpPr>
        <p:spPr>
          <a:xfrm>
            <a:off x="3002573" y="297845"/>
            <a:ext cx="2722341" cy="765364"/>
          </a:xfrm>
          <a:custGeom>
            <a:rect b="b" l="l" r="r" t="t"/>
            <a:pathLst>
              <a:path extrusionOk="0" h="7238" w="25745">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4"/>
          <p:cNvSpPr/>
          <p:nvPr/>
        </p:nvSpPr>
        <p:spPr>
          <a:xfrm flipH="1">
            <a:off x="5460151" y="297851"/>
            <a:ext cx="264776" cy="238237"/>
          </a:xfrm>
          <a:custGeom>
            <a:rect b="b" l="l" r="r" t="t"/>
            <a:pathLst>
              <a:path extrusionOk="0" h="1284" w="1427">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4"/>
          <p:cNvSpPr/>
          <p:nvPr/>
        </p:nvSpPr>
        <p:spPr>
          <a:xfrm flipH="1">
            <a:off x="7873152" y="3326054"/>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4"/>
          <p:cNvSpPr/>
          <p:nvPr/>
        </p:nvSpPr>
        <p:spPr>
          <a:xfrm>
            <a:off x="286362" y="2423273"/>
            <a:ext cx="555750" cy="296952"/>
          </a:xfrm>
          <a:custGeom>
            <a:rect b="b" l="l" r="r" t="t"/>
            <a:pathLst>
              <a:path extrusionOk="0" h="1829" w="3423">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4"/>
          <p:cNvSpPr txBox="1"/>
          <p:nvPr>
            <p:ph type="title"/>
          </p:nvPr>
        </p:nvSpPr>
        <p:spPr>
          <a:xfrm>
            <a:off x="2290050" y="3351600"/>
            <a:ext cx="4563900" cy="488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19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188" name="Google Shape;188;p14"/>
          <p:cNvSpPr txBox="1"/>
          <p:nvPr>
            <p:ph idx="1" type="subTitle"/>
          </p:nvPr>
        </p:nvSpPr>
        <p:spPr>
          <a:xfrm>
            <a:off x="1680175" y="1608000"/>
            <a:ext cx="5784000" cy="1591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8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 and text">
    <p:spTree>
      <p:nvGrpSpPr>
        <p:cNvPr id="189" name="Shape 189"/>
        <p:cNvGrpSpPr/>
        <p:nvPr/>
      </p:nvGrpSpPr>
      <p:grpSpPr>
        <a:xfrm>
          <a:off x="0" y="0"/>
          <a:ext cx="0" cy="0"/>
          <a:chOff x="0" y="0"/>
          <a:chExt cx="0" cy="0"/>
        </a:xfrm>
      </p:grpSpPr>
      <p:grpSp>
        <p:nvGrpSpPr>
          <p:cNvPr id="190" name="Google Shape;190;p15"/>
          <p:cNvGrpSpPr/>
          <p:nvPr/>
        </p:nvGrpSpPr>
        <p:grpSpPr>
          <a:xfrm>
            <a:off x="-11" y="3442553"/>
            <a:ext cx="4084575" cy="1700948"/>
            <a:chOff x="5059477" y="3501153"/>
            <a:chExt cx="4084575" cy="1700948"/>
          </a:xfrm>
        </p:grpSpPr>
        <p:sp>
          <p:nvSpPr>
            <p:cNvPr id="191" name="Google Shape;191;p15"/>
            <p:cNvSpPr/>
            <p:nvPr/>
          </p:nvSpPr>
          <p:spPr>
            <a:xfrm flipH="1">
              <a:off x="5059477" y="3501153"/>
              <a:ext cx="4084575" cy="1700948"/>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5"/>
            <p:cNvSpPr/>
            <p:nvPr/>
          </p:nvSpPr>
          <p:spPr>
            <a:xfrm flipH="1">
              <a:off x="5410277" y="4419773"/>
              <a:ext cx="916461" cy="660369"/>
            </a:xfrm>
            <a:custGeom>
              <a:rect b="b" l="l" r="r" t="t"/>
              <a:pathLst>
                <a:path extrusionOk="0" h="8574" w="11899">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3" name="Google Shape;193;p15"/>
          <p:cNvSpPr/>
          <p:nvPr/>
        </p:nvSpPr>
        <p:spPr>
          <a:xfrm flipH="1" rot="10800000">
            <a:off x="5511530" y="0"/>
            <a:ext cx="3632482" cy="1511111"/>
          </a:xfrm>
          <a:custGeom>
            <a:rect b="b" l="l" r="r" t="t"/>
            <a:pathLst>
              <a:path extrusionOk="0" h="22085" w="53089">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5"/>
          <p:cNvSpPr/>
          <p:nvPr/>
        </p:nvSpPr>
        <p:spPr>
          <a:xfrm flipH="1">
            <a:off x="-551042" y="84010"/>
            <a:ext cx="3632400" cy="76534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5"/>
          <p:cNvSpPr/>
          <p:nvPr/>
        </p:nvSpPr>
        <p:spPr>
          <a:xfrm flipH="1">
            <a:off x="4571902" y="4404245"/>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15"/>
          <p:cNvSpPr/>
          <p:nvPr/>
        </p:nvSpPr>
        <p:spPr>
          <a:xfrm flipH="1">
            <a:off x="8312074" y="4470952"/>
            <a:ext cx="555751" cy="355842"/>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5"/>
          <p:cNvSpPr/>
          <p:nvPr/>
        </p:nvSpPr>
        <p:spPr>
          <a:xfrm flipH="1">
            <a:off x="3992549" y="640556"/>
            <a:ext cx="395468" cy="355851"/>
          </a:xfrm>
          <a:custGeom>
            <a:rect b="b" l="l" r="r" t="t"/>
            <a:pathLst>
              <a:path extrusionOk="0" h="1284" w="1427">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5"/>
          <p:cNvSpPr txBox="1"/>
          <p:nvPr>
            <p:ph idx="1" type="subTitle"/>
          </p:nvPr>
        </p:nvSpPr>
        <p:spPr>
          <a:xfrm>
            <a:off x="1010250" y="2440625"/>
            <a:ext cx="2907600" cy="130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 name="Google Shape;199;p15"/>
          <p:cNvSpPr txBox="1"/>
          <p:nvPr>
            <p:ph type="title"/>
          </p:nvPr>
        </p:nvSpPr>
        <p:spPr>
          <a:xfrm>
            <a:off x="1010250" y="1398025"/>
            <a:ext cx="2907600" cy="1042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le and two columns 1">
  <p:cSld name="Títle and two columns 1">
    <p:spTree>
      <p:nvGrpSpPr>
        <p:cNvPr id="200" name="Shape 200"/>
        <p:cNvGrpSpPr/>
        <p:nvPr/>
      </p:nvGrpSpPr>
      <p:grpSpPr>
        <a:xfrm>
          <a:off x="0" y="0"/>
          <a:ext cx="0" cy="0"/>
          <a:chOff x="0" y="0"/>
          <a:chExt cx="0" cy="0"/>
        </a:xfrm>
      </p:grpSpPr>
      <p:sp>
        <p:nvSpPr>
          <p:cNvPr id="201" name="Google Shape;201;p16"/>
          <p:cNvSpPr txBox="1"/>
          <p:nvPr>
            <p:ph type="title"/>
          </p:nvPr>
        </p:nvSpPr>
        <p:spPr>
          <a:xfrm>
            <a:off x="1714950" y="535000"/>
            <a:ext cx="5714100" cy="48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300"/>
              <a:buNone/>
              <a:defRPr/>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
        <p:nvSpPr>
          <p:cNvPr id="202" name="Google Shape;202;p16"/>
          <p:cNvSpPr txBox="1"/>
          <p:nvPr>
            <p:ph idx="1" type="body"/>
          </p:nvPr>
        </p:nvSpPr>
        <p:spPr>
          <a:xfrm>
            <a:off x="720000" y="1608950"/>
            <a:ext cx="3762000" cy="29997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Char char="●"/>
              <a:defRPr sz="1200"/>
            </a:lvl1pPr>
            <a:lvl2pPr indent="-304800" lvl="1" marL="914400" algn="l">
              <a:lnSpc>
                <a:spcPct val="100000"/>
              </a:lnSpc>
              <a:spcBef>
                <a:spcPts val="0"/>
              </a:spcBef>
              <a:spcAft>
                <a:spcPts val="0"/>
              </a:spcAft>
              <a:buSzPts val="1200"/>
              <a:buFont typeface="Open Sans"/>
              <a:buChar char="○"/>
              <a:defRPr/>
            </a:lvl2pPr>
            <a:lvl3pPr indent="-304800" lvl="2" marL="1371600" algn="l">
              <a:lnSpc>
                <a:spcPct val="100000"/>
              </a:lnSpc>
              <a:spcBef>
                <a:spcPts val="0"/>
              </a:spcBef>
              <a:spcAft>
                <a:spcPts val="0"/>
              </a:spcAft>
              <a:buSzPts val="1200"/>
              <a:buFont typeface="Open Sans"/>
              <a:buChar char="■"/>
              <a:defRPr/>
            </a:lvl3pPr>
            <a:lvl4pPr indent="-304800" lvl="3" marL="1828800" algn="l">
              <a:lnSpc>
                <a:spcPct val="100000"/>
              </a:lnSpc>
              <a:spcBef>
                <a:spcPts val="0"/>
              </a:spcBef>
              <a:spcAft>
                <a:spcPts val="0"/>
              </a:spcAft>
              <a:buSzPts val="1200"/>
              <a:buFont typeface="Open Sans"/>
              <a:buChar char="●"/>
              <a:defRPr/>
            </a:lvl4pPr>
            <a:lvl5pPr indent="-304800" lvl="4" marL="2286000" algn="l">
              <a:lnSpc>
                <a:spcPct val="100000"/>
              </a:lnSpc>
              <a:spcBef>
                <a:spcPts val="0"/>
              </a:spcBef>
              <a:spcAft>
                <a:spcPts val="0"/>
              </a:spcAft>
              <a:buSzPts val="1200"/>
              <a:buFont typeface="Open Sans"/>
              <a:buChar char="○"/>
              <a:defRPr/>
            </a:lvl5pPr>
            <a:lvl6pPr indent="-304800" lvl="5" marL="2743200" algn="l">
              <a:lnSpc>
                <a:spcPct val="100000"/>
              </a:lnSpc>
              <a:spcBef>
                <a:spcPts val="0"/>
              </a:spcBef>
              <a:spcAft>
                <a:spcPts val="0"/>
              </a:spcAft>
              <a:buSzPts val="1200"/>
              <a:buFont typeface="Open Sans"/>
              <a:buChar char="■"/>
              <a:defRPr/>
            </a:lvl6pPr>
            <a:lvl7pPr indent="-304800" lvl="6" marL="3200400" algn="l">
              <a:lnSpc>
                <a:spcPct val="100000"/>
              </a:lnSpc>
              <a:spcBef>
                <a:spcPts val="0"/>
              </a:spcBef>
              <a:spcAft>
                <a:spcPts val="0"/>
              </a:spcAft>
              <a:buSzPts val="1200"/>
              <a:buFont typeface="Open Sans"/>
              <a:buChar char="●"/>
              <a:defRPr/>
            </a:lvl7pPr>
            <a:lvl8pPr indent="-304800" lvl="7" marL="3657600" algn="l">
              <a:lnSpc>
                <a:spcPct val="100000"/>
              </a:lnSpc>
              <a:spcBef>
                <a:spcPts val="0"/>
              </a:spcBef>
              <a:spcAft>
                <a:spcPts val="0"/>
              </a:spcAft>
              <a:buSzPts val="1200"/>
              <a:buFont typeface="Open Sans"/>
              <a:buChar char="○"/>
              <a:defRPr/>
            </a:lvl8pPr>
            <a:lvl9pPr indent="-304800" lvl="8" marL="4114800" algn="l">
              <a:lnSpc>
                <a:spcPct val="100000"/>
              </a:lnSpc>
              <a:spcBef>
                <a:spcPts val="0"/>
              </a:spcBef>
              <a:spcAft>
                <a:spcPts val="0"/>
              </a:spcAft>
              <a:buSzPts val="1200"/>
              <a:buFont typeface="Open Sans"/>
              <a:buChar char="■"/>
              <a:defRPr/>
            </a:lvl9pPr>
          </a:lstStyle>
          <a:p/>
        </p:txBody>
      </p:sp>
      <p:sp>
        <p:nvSpPr>
          <p:cNvPr id="203" name="Google Shape;203;p16"/>
          <p:cNvSpPr txBox="1"/>
          <p:nvPr>
            <p:ph idx="2" type="body"/>
          </p:nvPr>
        </p:nvSpPr>
        <p:spPr>
          <a:xfrm>
            <a:off x="4662000" y="1608950"/>
            <a:ext cx="3762000" cy="29997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dk1"/>
              </a:buClr>
              <a:buSzPts val="1200"/>
              <a:buChar char="●"/>
              <a:defRPr sz="1200"/>
            </a:lvl1pPr>
            <a:lvl2pPr indent="-304800" lvl="1" marL="914400" algn="l">
              <a:lnSpc>
                <a:spcPct val="100000"/>
              </a:lnSpc>
              <a:spcBef>
                <a:spcPts val="0"/>
              </a:spcBef>
              <a:spcAft>
                <a:spcPts val="0"/>
              </a:spcAft>
              <a:buSzPts val="1200"/>
              <a:buFont typeface="Open Sans"/>
              <a:buChar char="○"/>
              <a:defRPr/>
            </a:lvl2pPr>
            <a:lvl3pPr indent="-304800" lvl="2" marL="1371600" algn="l">
              <a:lnSpc>
                <a:spcPct val="100000"/>
              </a:lnSpc>
              <a:spcBef>
                <a:spcPts val="0"/>
              </a:spcBef>
              <a:spcAft>
                <a:spcPts val="0"/>
              </a:spcAft>
              <a:buSzPts val="1200"/>
              <a:buFont typeface="Open Sans"/>
              <a:buChar char="■"/>
              <a:defRPr/>
            </a:lvl3pPr>
            <a:lvl4pPr indent="-304800" lvl="3" marL="1828800" algn="l">
              <a:lnSpc>
                <a:spcPct val="100000"/>
              </a:lnSpc>
              <a:spcBef>
                <a:spcPts val="0"/>
              </a:spcBef>
              <a:spcAft>
                <a:spcPts val="0"/>
              </a:spcAft>
              <a:buSzPts val="1200"/>
              <a:buFont typeface="Open Sans"/>
              <a:buChar char="●"/>
              <a:defRPr/>
            </a:lvl4pPr>
            <a:lvl5pPr indent="-304800" lvl="4" marL="2286000" algn="l">
              <a:lnSpc>
                <a:spcPct val="100000"/>
              </a:lnSpc>
              <a:spcBef>
                <a:spcPts val="0"/>
              </a:spcBef>
              <a:spcAft>
                <a:spcPts val="0"/>
              </a:spcAft>
              <a:buSzPts val="1200"/>
              <a:buFont typeface="Open Sans"/>
              <a:buChar char="○"/>
              <a:defRPr/>
            </a:lvl5pPr>
            <a:lvl6pPr indent="-304800" lvl="5" marL="2743200" algn="l">
              <a:lnSpc>
                <a:spcPct val="100000"/>
              </a:lnSpc>
              <a:spcBef>
                <a:spcPts val="0"/>
              </a:spcBef>
              <a:spcAft>
                <a:spcPts val="0"/>
              </a:spcAft>
              <a:buSzPts val="1200"/>
              <a:buFont typeface="Open Sans"/>
              <a:buChar char="■"/>
              <a:defRPr/>
            </a:lvl6pPr>
            <a:lvl7pPr indent="-304800" lvl="6" marL="3200400" algn="l">
              <a:lnSpc>
                <a:spcPct val="100000"/>
              </a:lnSpc>
              <a:spcBef>
                <a:spcPts val="0"/>
              </a:spcBef>
              <a:spcAft>
                <a:spcPts val="0"/>
              </a:spcAft>
              <a:buSzPts val="1200"/>
              <a:buFont typeface="Open Sans"/>
              <a:buChar char="●"/>
              <a:defRPr/>
            </a:lvl7pPr>
            <a:lvl8pPr indent="-304800" lvl="7" marL="3657600" algn="l">
              <a:lnSpc>
                <a:spcPct val="100000"/>
              </a:lnSpc>
              <a:spcBef>
                <a:spcPts val="0"/>
              </a:spcBef>
              <a:spcAft>
                <a:spcPts val="0"/>
              </a:spcAft>
              <a:buSzPts val="1200"/>
              <a:buFont typeface="Open Sans"/>
              <a:buChar char="○"/>
              <a:defRPr/>
            </a:lvl8pPr>
            <a:lvl9pPr indent="-304800" lvl="8" marL="4114800" algn="l">
              <a:lnSpc>
                <a:spcPct val="100000"/>
              </a:lnSpc>
              <a:spcBef>
                <a:spcPts val="0"/>
              </a:spcBef>
              <a:spcAft>
                <a:spcPts val="0"/>
              </a:spcAft>
              <a:buSzPts val="1200"/>
              <a:buFont typeface="Open Sans"/>
              <a:buChar char="■"/>
              <a:defRPr/>
            </a:lvl9pPr>
          </a:lstStyle>
          <a:p/>
        </p:txBody>
      </p:sp>
      <p:sp>
        <p:nvSpPr>
          <p:cNvPr id="204" name="Google Shape;204;p16"/>
          <p:cNvSpPr/>
          <p:nvPr/>
        </p:nvSpPr>
        <p:spPr>
          <a:xfrm rot="10800000">
            <a:off x="-38536" y="-16477"/>
            <a:ext cx="2426411" cy="1010402"/>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16"/>
          <p:cNvSpPr/>
          <p:nvPr/>
        </p:nvSpPr>
        <p:spPr>
          <a:xfrm>
            <a:off x="7063602" y="253920"/>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6"/>
          <p:cNvSpPr/>
          <p:nvPr/>
        </p:nvSpPr>
        <p:spPr>
          <a:xfrm>
            <a:off x="7778077" y="0"/>
            <a:ext cx="1487272" cy="599024"/>
          </a:xfrm>
          <a:custGeom>
            <a:rect b="b" l="l" r="r" t="t"/>
            <a:pathLst>
              <a:path extrusionOk="0" h="2355" w="5847">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6"/>
          <p:cNvSpPr/>
          <p:nvPr/>
        </p:nvSpPr>
        <p:spPr>
          <a:xfrm flipH="1">
            <a:off x="6014580" y="4436150"/>
            <a:ext cx="3434520" cy="72366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6"/>
          <p:cNvSpPr/>
          <p:nvPr/>
        </p:nvSpPr>
        <p:spPr>
          <a:xfrm>
            <a:off x="259763" y="4435622"/>
            <a:ext cx="536449" cy="482701"/>
          </a:xfrm>
          <a:custGeom>
            <a:rect b="b" l="l" r="r" t="t"/>
            <a:pathLst>
              <a:path extrusionOk="0" h="1284" w="1427">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 and three columns">
    <p:spTree>
      <p:nvGrpSpPr>
        <p:cNvPr id="209" name="Shape 209"/>
        <p:cNvGrpSpPr/>
        <p:nvPr/>
      </p:nvGrpSpPr>
      <p:grpSpPr>
        <a:xfrm>
          <a:off x="0" y="0"/>
          <a:ext cx="0" cy="0"/>
          <a:chOff x="0" y="0"/>
          <a:chExt cx="0" cy="0"/>
        </a:xfrm>
      </p:grpSpPr>
      <p:grpSp>
        <p:nvGrpSpPr>
          <p:cNvPr id="210" name="Google Shape;210;p17"/>
          <p:cNvGrpSpPr/>
          <p:nvPr/>
        </p:nvGrpSpPr>
        <p:grpSpPr>
          <a:xfrm rot="10800000">
            <a:off x="6781560" y="-33325"/>
            <a:ext cx="2732365" cy="1136663"/>
            <a:chOff x="-32" y="3833549"/>
            <a:chExt cx="3148974" cy="1309972"/>
          </a:xfrm>
        </p:grpSpPr>
        <p:sp>
          <p:nvSpPr>
            <p:cNvPr id="211" name="Google Shape;211;p17"/>
            <p:cNvSpPr/>
            <p:nvPr/>
          </p:nvSpPr>
          <p:spPr>
            <a:xfrm flipH="1">
              <a:off x="-32" y="3833549"/>
              <a:ext cx="3148974" cy="1309972"/>
            </a:xfrm>
            <a:custGeom>
              <a:rect b="b" l="l" r="r" t="t"/>
              <a:pathLst>
                <a:path extrusionOk="0" h="22085" w="53089">
                  <a:moveTo>
                    <a:pt x="53089" y="0"/>
                  </a:moveTo>
                  <a:lnTo>
                    <a:pt x="53089" y="0"/>
                  </a:lnTo>
                  <a:cubicBezTo>
                    <a:pt x="52202" y="95"/>
                    <a:pt x="51489" y="776"/>
                    <a:pt x="51362" y="1664"/>
                  </a:cubicBezTo>
                  <a:cubicBezTo>
                    <a:pt x="51362" y="1664"/>
                    <a:pt x="49969" y="253"/>
                    <a:pt x="47730" y="253"/>
                  </a:cubicBezTo>
                  <a:cubicBezTo>
                    <a:pt x="46967" y="253"/>
                    <a:pt x="46105" y="417"/>
                    <a:pt x="45168" y="856"/>
                  </a:cubicBezTo>
                  <a:cubicBezTo>
                    <a:pt x="41460" y="2567"/>
                    <a:pt x="42728" y="7525"/>
                    <a:pt x="42728" y="7525"/>
                  </a:cubicBezTo>
                  <a:cubicBezTo>
                    <a:pt x="42151" y="7304"/>
                    <a:pt x="41545" y="7198"/>
                    <a:pt x="40940" y="7198"/>
                  </a:cubicBezTo>
                  <a:cubicBezTo>
                    <a:pt x="40765" y="7198"/>
                    <a:pt x="40589" y="7207"/>
                    <a:pt x="40415" y="7224"/>
                  </a:cubicBezTo>
                  <a:cubicBezTo>
                    <a:pt x="37563" y="7414"/>
                    <a:pt x="37500" y="9205"/>
                    <a:pt x="37500" y="9205"/>
                  </a:cubicBezTo>
                  <a:cubicBezTo>
                    <a:pt x="37500" y="9205"/>
                    <a:pt x="35955" y="8672"/>
                    <a:pt x="34017" y="8672"/>
                  </a:cubicBezTo>
                  <a:cubicBezTo>
                    <a:pt x="32416" y="8672"/>
                    <a:pt x="30546" y="9035"/>
                    <a:pt x="29056" y="10361"/>
                  </a:cubicBezTo>
                  <a:cubicBezTo>
                    <a:pt x="25745" y="13292"/>
                    <a:pt x="27867" y="15827"/>
                    <a:pt x="27867" y="15827"/>
                  </a:cubicBezTo>
                  <a:cubicBezTo>
                    <a:pt x="27308" y="15702"/>
                    <a:pt x="26826" y="15650"/>
                    <a:pt x="26410" y="15650"/>
                  </a:cubicBezTo>
                  <a:cubicBezTo>
                    <a:pt x="24127" y="15650"/>
                    <a:pt x="23843" y="17237"/>
                    <a:pt x="23843" y="17237"/>
                  </a:cubicBezTo>
                  <a:lnTo>
                    <a:pt x="22909" y="16983"/>
                  </a:lnTo>
                  <a:cubicBezTo>
                    <a:pt x="24067" y="14454"/>
                    <a:pt x="21435" y="14194"/>
                    <a:pt x="20304" y="14194"/>
                  </a:cubicBezTo>
                  <a:cubicBezTo>
                    <a:pt x="20012" y="14194"/>
                    <a:pt x="19819" y="14211"/>
                    <a:pt x="19819" y="14211"/>
                  </a:cubicBezTo>
                  <a:cubicBezTo>
                    <a:pt x="19819" y="14211"/>
                    <a:pt x="23241" y="12880"/>
                    <a:pt x="21530" y="10314"/>
                  </a:cubicBezTo>
                  <a:cubicBezTo>
                    <a:pt x="20397" y="8604"/>
                    <a:pt x="18820" y="8165"/>
                    <a:pt x="17437" y="8165"/>
                  </a:cubicBezTo>
                  <a:cubicBezTo>
                    <a:pt x="16731" y="8165"/>
                    <a:pt x="16077" y="8279"/>
                    <a:pt x="15558" y="8397"/>
                  </a:cubicBezTo>
                  <a:cubicBezTo>
                    <a:pt x="13657" y="8840"/>
                    <a:pt x="9728" y="10932"/>
                    <a:pt x="10995" y="14575"/>
                  </a:cubicBezTo>
                  <a:cubicBezTo>
                    <a:pt x="10434" y="13993"/>
                    <a:pt x="9668" y="13681"/>
                    <a:pt x="8894" y="13681"/>
                  </a:cubicBezTo>
                  <a:cubicBezTo>
                    <a:pt x="8466" y="13681"/>
                    <a:pt x="8036" y="13776"/>
                    <a:pt x="7637" y="13973"/>
                  </a:cubicBezTo>
                  <a:cubicBezTo>
                    <a:pt x="5656" y="14876"/>
                    <a:pt x="6147" y="16540"/>
                    <a:pt x="7130" y="17237"/>
                  </a:cubicBezTo>
                  <a:cubicBezTo>
                    <a:pt x="7130" y="17237"/>
                    <a:pt x="0" y="17300"/>
                    <a:pt x="0" y="22085"/>
                  </a:cubicBezTo>
                  <a:lnTo>
                    <a:pt x="53073" y="22085"/>
                  </a:lnTo>
                  <a:lnTo>
                    <a:pt x="53089"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7"/>
            <p:cNvSpPr/>
            <p:nvPr/>
          </p:nvSpPr>
          <p:spPr>
            <a:xfrm flipH="1">
              <a:off x="832257" y="4608506"/>
              <a:ext cx="705789" cy="508567"/>
            </a:xfrm>
            <a:custGeom>
              <a:rect b="b" l="l" r="r" t="t"/>
              <a:pathLst>
                <a:path extrusionOk="0" h="8574" w="11899">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3" name="Google Shape;213;p17"/>
          <p:cNvSpPr/>
          <p:nvPr/>
        </p:nvSpPr>
        <p:spPr>
          <a:xfrm flipH="1">
            <a:off x="-998798" y="61650"/>
            <a:ext cx="2595073" cy="598904"/>
          </a:xfrm>
          <a:custGeom>
            <a:rect b="b" l="l" r="r" t="t"/>
            <a:pathLst>
              <a:path extrusionOk="0" h="5576" w="24161">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7"/>
          <p:cNvSpPr/>
          <p:nvPr/>
        </p:nvSpPr>
        <p:spPr>
          <a:xfrm flipH="1">
            <a:off x="6430480" y="4370775"/>
            <a:ext cx="3434520" cy="72366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7"/>
          <p:cNvSpPr/>
          <p:nvPr/>
        </p:nvSpPr>
        <p:spPr>
          <a:xfrm flipH="1">
            <a:off x="419897" y="1247900"/>
            <a:ext cx="689152" cy="253275"/>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7"/>
          <p:cNvSpPr/>
          <p:nvPr/>
        </p:nvSpPr>
        <p:spPr>
          <a:xfrm flipH="1">
            <a:off x="8084424" y="1017702"/>
            <a:ext cx="555751" cy="355842"/>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7"/>
          <p:cNvSpPr/>
          <p:nvPr/>
        </p:nvSpPr>
        <p:spPr>
          <a:xfrm>
            <a:off x="-348125" y="4480600"/>
            <a:ext cx="2872380" cy="662903"/>
          </a:xfrm>
          <a:custGeom>
            <a:rect b="b" l="l" r="r" t="t"/>
            <a:pathLst>
              <a:path extrusionOk="0" h="5576" w="24161">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7"/>
          <p:cNvSpPr txBox="1"/>
          <p:nvPr>
            <p:ph type="title"/>
          </p:nvPr>
        </p:nvSpPr>
        <p:spPr>
          <a:xfrm>
            <a:off x="796200" y="257571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19" name="Google Shape;219;p17"/>
          <p:cNvSpPr txBox="1"/>
          <p:nvPr>
            <p:ph idx="1" type="subTitle"/>
          </p:nvPr>
        </p:nvSpPr>
        <p:spPr>
          <a:xfrm>
            <a:off x="796200" y="3162256"/>
            <a:ext cx="2336400" cy="718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0" name="Google Shape;220;p17"/>
          <p:cNvSpPr txBox="1"/>
          <p:nvPr>
            <p:ph idx="2" type="title"/>
          </p:nvPr>
        </p:nvSpPr>
        <p:spPr>
          <a:xfrm>
            <a:off x="3403800" y="257571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21" name="Google Shape;221;p17"/>
          <p:cNvSpPr txBox="1"/>
          <p:nvPr>
            <p:ph idx="3" type="subTitle"/>
          </p:nvPr>
        </p:nvSpPr>
        <p:spPr>
          <a:xfrm>
            <a:off x="3403800" y="3162256"/>
            <a:ext cx="2336400" cy="718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2" name="Google Shape;222;p17"/>
          <p:cNvSpPr txBox="1"/>
          <p:nvPr>
            <p:ph idx="4" type="title"/>
          </p:nvPr>
        </p:nvSpPr>
        <p:spPr>
          <a:xfrm>
            <a:off x="6011400" y="2575713"/>
            <a:ext cx="23364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23" name="Google Shape;223;p17"/>
          <p:cNvSpPr txBox="1"/>
          <p:nvPr>
            <p:ph idx="5" type="subTitle"/>
          </p:nvPr>
        </p:nvSpPr>
        <p:spPr>
          <a:xfrm>
            <a:off x="6011400" y="3162256"/>
            <a:ext cx="2336400" cy="718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4" name="Google Shape;224;p17"/>
          <p:cNvSpPr txBox="1"/>
          <p:nvPr>
            <p:ph idx="6" type="title"/>
          </p:nvPr>
        </p:nvSpPr>
        <p:spPr>
          <a:xfrm>
            <a:off x="1546650" y="535000"/>
            <a:ext cx="6050700" cy="48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3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Title and six columns">
    <p:spTree>
      <p:nvGrpSpPr>
        <p:cNvPr id="225" name="Shape 225"/>
        <p:cNvGrpSpPr/>
        <p:nvPr/>
      </p:nvGrpSpPr>
      <p:grpSpPr>
        <a:xfrm>
          <a:off x="0" y="0"/>
          <a:ext cx="0" cy="0"/>
          <a:chOff x="0" y="0"/>
          <a:chExt cx="0" cy="0"/>
        </a:xfrm>
      </p:grpSpPr>
      <p:sp>
        <p:nvSpPr>
          <p:cNvPr id="226" name="Google Shape;226;p18"/>
          <p:cNvSpPr/>
          <p:nvPr/>
        </p:nvSpPr>
        <p:spPr>
          <a:xfrm flipH="1">
            <a:off x="8332681" y="4423929"/>
            <a:ext cx="410248" cy="369150"/>
          </a:xfrm>
          <a:custGeom>
            <a:rect b="b" l="l" r="r" t="t"/>
            <a:pathLst>
              <a:path extrusionOk="0" h="1284" w="1427">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8"/>
          <p:cNvSpPr/>
          <p:nvPr/>
        </p:nvSpPr>
        <p:spPr>
          <a:xfrm flipH="1">
            <a:off x="7449164" y="1017704"/>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8"/>
          <p:cNvSpPr/>
          <p:nvPr/>
        </p:nvSpPr>
        <p:spPr>
          <a:xfrm>
            <a:off x="2887837" y="2708236"/>
            <a:ext cx="555750" cy="296952"/>
          </a:xfrm>
          <a:custGeom>
            <a:rect b="b" l="l" r="r" t="t"/>
            <a:pathLst>
              <a:path extrusionOk="0" h="1829" w="3423">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8"/>
          <p:cNvSpPr/>
          <p:nvPr/>
        </p:nvSpPr>
        <p:spPr>
          <a:xfrm flipH="1">
            <a:off x="147350" y="1659768"/>
            <a:ext cx="454052" cy="290734"/>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8"/>
          <p:cNvSpPr/>
          <p:nvPr/>
        </p:nvSpPr>
        <p:spPr>
          <a:xfrm flipH="1" rot="10800000">
            <a:off x="6310025" y="-28463"/>
            <a:ext cx="2834019" cy="1180138"/>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18"/>
          <p:cNvSpPr/>
          <p:nvPr/>
        </p:nvSpPr>
        <p:spPr>
          <a:xfrm flipH="1" rot="10800000">
            <a:off x="-105300" y="-65162"/>
            <a:ext cx="2582514" cy="1470587"/>
          </a:xfrm>
          <a:custGeom>
            <a:rect b="b" l="l" r="r" t="t"/>
            <a:pathLst>
              <a:path extrusionOk="0" h="20695" w="36344">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8"/>
          <p:cNvSpPr txBox="1"/>
          <p:nvPr>
            <p:ph type="title"/>
          </p:nvPr>
        </p:nvSpPr>
        <p:spPr>
          <a:xfrm>
            <a:off x="720000" y="1643425"/>
            <a:ext cx="2256900" cy="414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3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33" name="Google Shape;233;p18"/>
          <p:cNvSpPr txBox="1"/>
          <p:nvPr>
            <p:ph idx="1" type="subTitle"/>
          </p:nvPr>
        </p:nvSpPr>
        <p:spPr>
          <a:xfrm>
            <a:off x="720000" y="2040775"/>
            <a:ext cx="2256900" cy="572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4" name="Google Shape;234;p18"/>
          <p:cNvSpPr txBox="1"/>
          <p:nvPr>
            <p:ph idx="2" type="title"/>
          </p:nvPr>
        </p:nvSpPr>
        <p:spPr>
          <a:xfrm>
            <a:off x="3443575" y="1643425"/>
            <a:ext cx="2256900" cy="414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3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35" name="Google Shape;235;p18"/>
          <p:cNvSpPr txBox="1"/>
          <p:nvPr>
            <p:ph idx="3" type="subTitle"/>
          </p:nvPr>
        </p:nvSpPr>
        <p:spPr>
          <a:xfrm>
            <a:off x="3443575" y="2040775"/>
            <a:ext cx="2256900" cy="572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6" name="Google Shape;236;p18"/>
          <p:cNvSpPr txBox="1"/>
          <p:nvPr>
            <p:ph idx="4" type="title"/>
          </p:nvPr>
        </p:nvSpPr>
        <p:spPr>
          <a:xfrm>
            <a:off x="720000" y="3258175"/>
            <a:ext cx="2256900" cy="414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3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37" name="Google Shape;237;p18"/>
          <p:cNvSpPr txBox="1"/>
          <p:nvPr>
            <p:ph idx="5" type="subTitle"/>
          </p:nvPr>
        </p:nvSpPr>
        <p:spPr>
          <a:xfrm>
            <a:off x="720000" y="3655400"/>
            <a:ext cx="2256900" cy="572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8" name="Google Shape;238;p18"/>
          <p:cNvSpPr txBox="1"/>
          <p:nvPr>
            <p:ph idx="6" type="title"/>
          </p:nvPr>
        </p:nvSpPr>
        <p:spPr>
          <a:xfrm>
            <a:off x="3443575" y="3258175"/>
            <a:ext cx="2256900" cy="414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3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39" name="Google Shape;239;p18"/>
          <p:cNvSpPr txBox="1"/>
          <p:nvPr>
            <p:ph idx="7" type="subTitle"/>
          </p:nvPr>
        </p:nvSpPr>
        <p:spPr>
          <a:xfrm>
            <a:off x="3443575" y="3655400"/>
            <a:ext cx="2256900" cy="572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0" name="Google Shape;240;p18"/>
          <p:cNvSpPr txBox="1"/>
          <p:nvPr>
            <p:ph idx="8" type="title"/>
          </p:nvPr>
        </p:nvSpPr>
        <p:spPr>
          <a:xfrm>
            <a:off x="6167150" y="1643425"/>
            <a:ext cx="2256900" cy="414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3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41" name="Google Shape;241;p18"/>
          <p:cNvSpPr txBox="1"/>
          <p:nvPr>
            <p:ph idx="9" type="subTitle"/>
          </p:nvPr>
        </p:nvSpPr>
        <p:spPr>
          <a:xfrm>
            <a:off x="6167150" y="2040775"/>
            <a:ext cx="2256900" cy="572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2" name="Google Shape;242;p18"/>
          <p:cNvSpPr txBox="1"/>
          <p:nvPr>
            <p:ph idx="13" type="title"/>
          </p:nvPr>
        </p:nvSpPr>
        <p:spPr>
          <a:xfrm>
            <a:off x="6167150" y="3258175"/>
            <a:ext cx="2256900" cy="414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3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43" name="Google Shape;243;p18"/>
          <p:cNvSpPr txBox="1"/>
          <p:nvPr>
            <p:ph idx="14" type="subTitle"/>
          </p:nvPr>
        </p:nvSpPr>
        <p:spPr>
          <a:xfrm>
            <a:off x="6167150" y="3655400"/>
            <a:ext cx="2256900" cy="572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4" name="Google Shape;244;p18"/>
          <p:cNvSpPr txBox="1"/>
          <p:nvPr>
            <p:ph idx="15" type="title"/>
          </p:nvPr>
        </p:nvSpPr>
        <p:spPr>
          <a:xfrm>
            <a:off x="1223400" y="535000"/>
            <a:ext cx="6697200" cy="48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3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 1">
    <p:spTree>
      <p:nvGrpSpPr>
        <p:cNvPr id="245" name="Shape 245"/>
        <p:cNvGrpSpPr/>
        <p:nvPr/>
      </p:nvGrpSpPr>
      <p:grpSpPr>
        <a:xfrm>
          <a:off x="0" y="0"/>
          <a:ext cx="0" cy="0"/>
          <a:chOff x="0" y="0"/>
          <a:chExt cx="0" cy="0"/>
        </a:xfrm>
      </p:grpSpPr>
      <p:sp>
        <p:nvSpPr>
          <p:cNvPr id="246" name="Google Shape;246;p19"/>
          <p:cNvSpPr/>
          <p:nvPr/>
        </p:nvSpPr>
        <p:spPr>
          <a:xfrm flipH="1">
            <a:off x="-262314" y="-318625"/>
            <a:ext cx="1578207" cy="1439473"/>
          </a:xfrm>
          <a:custGeom>
            <a:rect b="b" l="l" r="r" t="t"/>
            <a:pathLst>
              <a:path extrusionOk="0" h="13613" w="14925">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9"/>
          <p:cNvSpPr/>
          <p:nvPr/>
        </p:nvSpPr>
        <p:spPr>
          <a:xfrm flipH="1">
            <a:off x="1085777" y="3800045"/>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9"/>
          <p:cNvSpPr/>
          <p:nvPr/>
        </p:nvSpPr>
        <p:spPr>
          <a:xfrm flipH="1">
            <a:off x="8363899" y="4539956"/>
            <a:ext cx="395468" cy="355851"/>
          </a:xfrm>
          <a:custGeom>
            <a:rect b="b" l="l" r="r" t="t"/>
            <a:pathLst>
              <a:path extrusionOk="0" h="1284" w="1427">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9"/>
          <p:cNvSpPr/>
          <p:nvPr/>
        </p:nvSpPr>
        <p:spPr>
          <a:xfrm rot="10800000">
            <a:off x="6693881" y="-120855"/>
            <a:ext cx="2518094" cy="1433905"/>
          </a:xfrm>
          <a:custGeom>
            <a:rect b="b" l="l" r="r" t="t"/>
            <a:pathLst>
              <a:path extrusionOk="0" h="20695" w="36344">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0" name="Google Shape;250;p19"/>
          <p:cNvGrpSpPr/>
          <p:nvPr/>
        </p:nvGrpSpPr>
        <p:grpSpPr>
          <a:xfrm>
            <a:off x="0" y="4036050"/>
            <a:ext cx="2648525" cy="1186303"/>
            <a:chOff x="0" y="4036050"/>
            <a:chExt cx="2648525" cy="1186303"/>
          </a:xfrm>
        </p:grpSpPr>
        <p:sp>
          <p:nvSpPr>
            <p:cNvPr id="251" name="Google Shape;251;p19"/>
            <p:cNvSpPr/>
            <p:nvPr/>
          </p:nvSpPr>
          <p:spPr>
            <a:xfrm flipH="1">
              <a:off x="0" y="4036050"/>
              <a:ext cx="2648525" cy="1102895"/>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9"/>
            <p:cNvSpPr/>
            <p:nvPr/>
          </p:nvSpPr>
          <p:spPr>
            <a:xfrm flipH="1">
              <a:off x="86630" y="4584650"/>
              <a:ext cx="885107" cy="637703"/>
            </a:xfrm>
            <a:custGeom>
              <a:rect b="b" l="l" r="r" t="t"/>
              <a:pathLst>
                <a:path extrusionOk="0" h="8573" w="11899">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3" name="Google Shape;253;p19"/>
          <p:cNvSpPr txBox="1"/>
          <p:nvPr>
            <p:ph type="title"/>
          </p:nvPr>
        </p:nvSpPr>
        <p:spPr>
          <a:xfrm>
            <a:off x="1223400" y="535000"/>
            <a:ext cx="6697200" cy="48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3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54" name="Google Shape;254;p19"/>
          <p:cNvSpPr/>
          <p:nvPr/>
        </p:nvSpPr>
        <p:spPr>
          <a:xfrm>
            <a:off x="-500862" y="85725"/>
            <a:ext cx="1301674" cy="524276"/>
          </a:xfrm>
          <a:custGeom>
            <a:rect b="b" l="l" r="r" t="t"/>
            <a:pathLst>
              <a:path extrusionOk="0" h="2355" w="5847">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 only 2">
    <p:spTree>
      <p:nvGrpSpPr>
        <p:cNvPr id="255" name="Shape 255"/>
        <p:cNvGrpSpPr/>
        <p:nvPr/>
      </p:nvGrpSpPr>
      <p:grpSpPr>
        <a:xfrm>
          <a:off x="0" y="0"/>
          <a:ext cx="0" cy="0"/>
          <a:chOff x="0" y="0"/>
          <a:chExt cx="0" cy="0"/>
        </a:xfrm>
      </p:grpSpPr>
      <p:sp>
        <p:nvSpPr>
          <p:cNvPr id="256" name="Google Shape;256;p20"/>
          <p:cNvSpPr/>
          <p:nvPr/>
        </p:nvSpPr>
        <p:spPr>
          <a:xfrm flipH="1">
            <a:off x="159352" y="4790054"/>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0"/>
          <p:cNvSpPr/>
          <p:nvPr/>
        </p:nvSpPr>
        <p:spPr>
          <a:xfrm flipH="1" rot="10800000">
            <a:off x="0" y="-4"/>
            <a:ext cx="2446133" cy="1392929"/>
          </a:xfrm>
          <a:custGeom>
            <a:rect b="b" l="l" r="r" t="t"/>
            <a:pathLst>
              <a:path extrusionOk="0" h="20695" w="36344">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8" name="Google Shape;258;p20"/>
          <p:cNvGrpSpPr/>
          <p:nvPr/>
        </p:nvGrpSpPr>
        <p:grpSpPr>
          <a:xfrm>
            <a:off x="6504951" y="-85676"/>
            <a:ext cx="2648525" cy="1186302"/>
            <a:chOff x="4330350" y="1572375"/>
            <a:chExt cx="2648525" cy="1186302"/>
          </a:xfrm>
        </p:grpSpPr>
        <p:sp>
          <p:nvSpPr>
            <p:cNvPr id="259" name="Google Shape;259;p20"/>
            <p:cNvSpPr/>
            <p:nvPr/>
          </p:nvSpPr>
          <p:spPr>
            <a:xfrm flipH="1" rot="10800000">
              <a:off x="4330350" y="1655782"/>
              <a:ext cx="2648525" cy="1102895"/>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0"/>
            <p:cNvSpPr/>
            <p:nvPr/>
          </p:nvSpPr>
          <p:spPr>
            <a:xfrm flipH="1" rot="10800000">
              <a:off x="6007138" y="1572375"/>
              <a:ext cx="885107" cy="637703"/>
            </a:xfrm>
            <a:custGeom>
              <a:rect b="b" l="l" r="r" t="t"/>
              <a:pathLst>
                <a:path extrusionOk="0" h="8573" w="11899">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1" name="Google Shape;261;p20"/>
          <p:cNvSpPr txBox="1"/>
          <p:nvPr>
            <p:ph type="title"/>
          </p:nvPr>
        </p:nvSpPr>
        <p:spPr>
          <a:xfrm>
            <a:off x="1223400" y="535000"/>
            <a:ext cx="6697200" cy="48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3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 only 3">
    <p:spTree>
      <p:nvGrpSpPr>
        <p:cNvPr id="262" name="Shape 262"/>
        <p:cNvGrpSpPr/>
        <p:nvPr/>
      </p:nvGrpSpPr>
      <p:grpSpPr>
        <a:xfrm>
          <a:off x="0" y="0"/>
          <a:ext cx="0" cy="0"/>
          <a:chOff x="0" y="0"/>
          <a:chExt cx="0" cy="0"/>
        </a:xfrm>
      </p:grpSpPr>
      <p:sp>
        <p:nvSpPr>
          <p:cNvPr id="263" name="Google Shape;263;p21"/>
          <p:cNvSpPr/>
          <p:nvPr/>
        </p:nvSpPr>
        <p:spPr>
          <a:xfrm flipH="1">
            <a:off x="7807727" y="330745"/>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21"/>
          <p:cNvSpPr/>
          <p:nvPr/>
        </p:nvSpPr>
        <p:spPr>
          <a:xfrm flipH="1">
            <a:off x="8428899" y="888052"/>
            <a:ext cx="555751" cy="355842"/>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1"/>
          <p:cNvSpPr/>
          <p:nvPr/>
        </p:nvSpPr>
        <p:spPr>
          <a:xfrm flipH="1">
            <a:off x="-12" y="4052775"/>
            <a:ext cx="2648525" cy="1102895"/>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21"/>
          <p:cNvSpPr/>
          <p:nvPr/>
        </p:nvSpPr>
        <p:spPr>
          <a:xfrm flipH="1">
            <a:off x="6950640" y="3894500"/>
            <a:ext cx="2193360" cy="1248995"/>
          </a:xfrm>
          <a:custGeom>
            <a:rect b="b" l="l" r="r" t="t"/>
            <a:pathLst>
              <a:path extrusionOk="0" h="20695" w="36344">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21"/>
          <p:cNvSpPr/>
          <p:nvPr/>
        </p:nvSpPr>
        <p:spPr>
          <a:xfrm rot="10800000">
            <a:off x="-9475" y="-16443"/>
            <a:ext cx="2648525" cy="1102895"/>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1"/>
          <p:cNvSpPr txBox="1"/>
          <p:nvPr>
            <p:ph type="title"/>
          </p:nvPr>
        </p:nvSpPr>
        <p:spPr>
          <a:xfrm>
            <a:off x="1223400" y="535000"/>
            <a:ext cx="6697200" cy="48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3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9" name="Google Shape;269;p21"/>
          <p:cNvSpPr/>
          <p:nvPr/>
        </p:nvSpPr>
        <p:spPr>
          <a:xfrm flipH="1">
            <a:off x="151611" y="4705206"/>
            <a:ext cx="724590" cy="522053"/>
          </a:xfrm>
          <a:custGeom>
            <a:rect b="b" l="l" r="r" t="t"/>
            <a:pathLst>
              <a:path extrusionOk="0" h="8573" w="11899">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Numbers and text">
    <p:spTree>
      <p:nvGrpSpPr>
        <p:cNvPr id="270" name="Shape 270"/>
        <p:cNvGrpSpPr/>
        <p:nvPr/>
      </p:nvGrpSpPr>
      <p:grpSpPr>
        <a:xfrm>
          <a:off x="0" y="0"/>
          <a:ext cx="0" cy="0"/>
          <a:chOff x="0" y="0"/>
          <a:chExt cx="0" cy="0"/>
        </a:xfrm>
      </p:grpSpPr>
      <p:sp>
        <p:nvSpPr>
          <p:cNvPr id="271" name="Google Shape;271;p22"/>
          <p:cNvSpPr/>
          <p:nvPr/>
        </p:nvSpPr>
        <p:spPr>
          <a:xfrm flipH="1">
            <a:off x="-398939" y="0"/>
            <a:ext cx="1578207" cy="1439473"/>
          </a:xfrm>
          <a:custGeom>
            <a:rect b="b" l="l" r="r" t="t"/>
            <a:pathLst>
              <a:path extrusionOk="0" h="13613" w="14925">
                <a:moveTo>
                  <a:pt x="7463" y="0"/>
                </a:moveTo>
                <a:cubicBezTo>
                  <a:pt x="5720" y="0"/>
                  <a:pt x="3977" y="661"/>
                  <a:pt x="2647" y="1984"/>
                </a:cubicBezTo>
                <a:cubicBezTo>
                  <a:pt x="1" y="4646"/>
                  <a:pt x="1" y="8955"/>
                  <a:pt x="2647" y="11617"/>
                </a:cubicBezTo>
                <a:cubicBezTo>
                  <a:pt x="3977" y="12947"/>
                  <a:pt x="5720" y="13613"/>
                  <a:pt x="7463" y="13613"/>
                </a:cubicBezTo>
                <a:cubicBezTo>
                  <a:pt x="9205" y="13613"/>
                  <a:pt x="10948" y="12947"/>
                  <a:pt x="12279" y="11617"/>
                </a:cubicBezTo>
                <a:cubicBezTo>
                  <a:pt x="14924" y="8955"/>
                  <a:pt x="14924" y="4646"/>
                  <a:pt x="12279" y="1984"/>
                </a:cubicBezTo>
                <a:cubicBezTo>
                  <a:pt x="10948" y="661"/>
                  <a:pt x="9205" y="0"/>
                  <a:pt x="7463"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2"/>
          <p:cNvSpPr/>
          <p:nvPr/>
        </p:nvSpPr>
        <p:spPr>
          <a:xfrm flipH="1">
            <a:off x="4294127" y="3096445"/>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2"/>
          <p:cNvSpPr/>
          <p:nvPr/>
        </p:nvSpPr>
        <p:spPr>
          <a:xfrm flipH="1">
            <a:off x="7004249" y="1219902"/>
            <a:ext cx="555751" cy="355842"/>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2"/>
          <p:cNvSpPr/>
          <p:nvPr/>
        </p:nvSpPr>
        <p:spPr>
          <a:xfrm flipH="1">
            <a:off x="1617599" y="1692181"/>
            <a:ext cx="395468" cy="355851"/>
          </a:xfrm>
          <a:custGeom>
            <a:rect b="b" l="l" r="r" t="t"/>
            <a:pathLst>
              <a:path extrusionOk="0" h="1284" w="1427">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5" name="Google Shape;275;p22"/>
          <p:cNvGrpSpPr/>
          <p:nvPr/>
        </p:nvGrpSpPr>
        <p:grpSpPr>
          <a:xfrm flipH="1">
            <a:off x="8065269" y="68337"/>
            <a:ext cx="1160359" cy="1724372"/>
            <a:chOff x="734550" y="2051650"/>
            <a:chExt cx="341825" cy="507975"/>
          </a:xfrm>
        </p:grpSpPr>
        <p:sp>
          <p:nvSpPr>
            <p:cNvPr id="276" name="Google Shape;276;p22"/>
            <p:cNvSpPr/>
            <p:nvPr/>
          </p:nvSpPr>
          <p:spPr>
            <a:xfrm>
              <a:off x="741075" y="2051650"/>
              <a:ext cx="335300" cy="239300"/>
            </a:xfrm>
            <a:custGeom>
              <a:rect b="b" l="l" r="r" t="t"/>
              <a:pathLst>
                <a:path extrusionOk="0" h="9572" w="13412">
                  <a:moveTo>
                    <a:pt x="3730" y="1"/>
                  </a:moveTo>
                  <a:cubicBezTo>
                    <a:pt x="0" y="1"/>
                    <a:pt x="72" y="4311"/>
                    <a:pt x="72" y="4311"/>
                  </a:cubicBezTo>
                  <a:lnTo>
                    <a:pt x="2211" y="3915"/>
                  </a:lnTo>
                  <a:lnTo>
                    <a:pt x="849" y="3678"/>
                  </a:lnTo>
                  <a:cubicBezTo>
                    <a:pt x="849" y="3678"/>
                    <a:pt x="1197" y="3335"/>
                    <a:pt x="2566" y="3335"/>
                  </a:cubicBezTo>
                  <a:cubicBezTo>
                    <a:pt x="3419" y="3335"/>
                    <a:pt x="4667" y="3468"/>
                    <a:pt x="6473" y="3900"/>
                  </a:cubicBezTo>
                  <a:cubicBezTo>
                    <a:pt x="10667" y="4916"/>
                    <a:pt x="12646" y="9572"/>
                    <a:pt x="12891" y="9572"/>
                  </a:cubicBezTo>
                  <a:cubicBezTo>
                    <a:pt x="12921" y="9572"/>
                    <a:pt x="12925" y="9502"/>
                    <a:pt x="12905" y="9349"/>
                  </a:cubicBezTo>
                  <a:cubicBezTo>
                    <a:pt x="12715" y="7955"/>
                    <a:pt x="13412" y="5975"/>
                    <a:pt x="13269" y="5737"/>
                  </a:cubicBezTo>
                  <a:cubicBezTo>
                    <a:pt x="13111" y="5500"/>
                    <a:pt x="11099" y="5294"/>
                    <a:pt x="11130" y="4866"/>
                  </a:cubicBezTo>
                  <a:cubicBezTo>
                    <a:pt x="11148" y="4702"/>
                    <a:pt x="11454" y="4651"/>
                    <a:pt x="11833" y="4651"/>
                  </a:cubicBezTo>
                  <a:cubicBezTo>
                    <a:pt x="12483" y="4651"/>
                    <a:pt x="13348" y="4803"/>
                    <a:pt x="13348" y="4803"/>
                  </a:cubicBezTo>
                  <a:cubicBezTo>
                    <a:pt x="13348" y="4803"/>
                    <a:pt x="12556" y="2791"/>
                    <a:pt x="11891" y="2236"/>
                  </a:cubicBezTo>
                  <a:cubicBezTo>
                    <a:pt x="11806" y="2163"/>
                    <a:pt x="11690" y="2132"/>
                    <a:pt x="11553" y="2132"/>
                  </a:cubicBezTo>
                  <a:cubicBezTo>
                    <a:pt x="10684" y="2132"/>
                    <a:pt x="8932" y="3386"/>
                    <a:pt x="8348" y="3386"/>
                  </a:cubicBezTo>
                  <a:cubicBezTo>
                    <a:pt x="8301" y="3386"/>
                    <a:pt x="8262" y="3378"/>
                    <a:pt x="8231" y="3361"/>
                  </a:cubicBezTo>
                  <a:cubicBezTo>
                    <a:pt x="7772" y="3092"/>
                    <a:pt x="10909" y="1571"/>
                    <a:pt x="10909" y="1571"/>
                  </a:cubicBezTo>
                  <a:cubicBezTo>
                    <a:pt x="10909" y="1571"/>
                    <a:pt x="8279" y="652"/>
                    <a:pt x="7249" y="541"/>
                  </a:cubicBezTo>
                  <a:cubicBezTo>
                    <a:pt x="7228" y="539"/>
                    <a:pt x="7207" y="538"/>
                    <a:pt x="7186" y="538"/>
                  </a:cubicBezTo>
                  <a:cubicBezTo>
                    <a:pt x="6225" y="538"/>
                    <a:pt x="5001" y="2482"/>
                    <a:pt x="4355" y="2482"/>
                  </a:cubicBezTo>
                  <a:cubicBezTo>
                    <a:pt x="4314" y="2482"/>
                    <a:pt x="4275" y="2475"/>
                    <a:pt x="4239" y="2458"/>
                  </a:cubicBezTo>
                  <a:cubicBezTo>
                    <a:pt x="3605" y="2173"/>
                    <a:pt x="6393" y="240"/>
                    <a:pt x="6393" y="240"/>
                  </a:cubicBezTo>
                  <a:cubicBezTo>
                    <a:pt x="6393" y="240"/>
                    <a:pt x="6193" y="140"/>
                    <a:pt x="5603" y="140"/>
                  </a:cubicBezTo>
                  <a:cubicBezTo>
                    <a:pt x="5530" y="140"/>
                    <a:pt x="5450" y="141"/>
                    <a:pt x="5364" y="145"/>
                  </a:cubicBezTo>
                  <a:cubicBezTo>
                    <a:pt x="4578" y="176"/>
                    <a:pt x="3402" y="2126"/>
                    <a:pt x="3121" y="2126"/>
                  </a:cubicBezTo>
                  <a:cubicBezTo>
                    <a:pt x="3118" y="2126"/>
                    <a:pt x="3116" y="2125"/>
                    <a:pt x="3114" y="2125"/>
                  </a:cubicBezTo>
                  <a:cubicBezTo>
                    <a:pt x="2845" y="2109"/>
                    <a:pt x="4318" y="34"/>
                    <a:pt x="4318" y="34"/>
                  </a:cubicBezTo>
                  <a:cubicBezTo>
                    <a:pt x="4112" y="11"/>
                    <a:pt x="3916" y="1"/>
                    <a:pt x="3730"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2"/>
            <p:cNvSpPr/>
            <p:nvPr/>
          </p:nvSpPr>
          <p:spPr>
            <a:xfrm>
              <a:off x="734550" y="2149000"/>
              <a:ext cx="187750" cy="410625"/>
            </a:xfrm>
            <a:custGeom>
              <a:rect b="b" l="l" r="r" t="t"/>
              <a:pathLst>
                <a:path extrusionOk="0" h="16425" w="7510">
                  <a:moveTo>
                    <a:pt x="1972" y="0"/>
                  </a:moveTo>
                  <a:cubicBezTo>
                    <a:pt x="1141" y="0"/>
                    <a:pt x="349" y="148"/>
                    <a:pt x="349" y="148"/>
                  </a:cubicBezTo>
                  <a:cubicBezTo>
                    <a:pt x="349" y="148"/>
                    <a:pt x="1" y="1764"/>
                    <a:pt x="2424" y="5344"/>
                  </a:cubicBezTo>
                  <a:cubicBezTo>
                    <a:pt x="4794" y="8867"/>
                    <a:pt x="3451" y="16425"/>
                    <a:pt x="4087" y="16425"/>
                  </a:cubicBezTo>
                  <a:cubicBezTo>
                    <a:pt x="4097" y="16425"/>
                    <a:pt x="4108" y="16423"/>
                    <a:pt x="4120" y="16418"/>
                  </a:cubicBezTo>
                  <a:cubicBezTo>
                    <a:pt x="4817" y="16149"/>
                    <a:pt x="6528" y="13725"/>
                    <a:pt x="6860" y="11998"/>
                  </a:cubicBezTo>
                  <a:cubicBezTo>
                    <a:pt x="7177" y="10256"/>
                    <a:pt x="3945" y="9828"/>
                    <a:pt x="4452" y="8576"/>
                  </a:cubicBezTo>
                  <a:cubicBezTo>
                    <a:pt x="4515" y="8423"/>
                    <a:pt x="4603" y="8358"/>
                    <a:pt x="4709" y="8358"/>
                  </a:cubicBezTo>
                  <a:cubicBezTo>
                    <a:pt x="5368" y="8358"/>
                    <a:pt x="6733" y="10885"/>
                    <a:pt x="7175" y="10885"/>
                  </a:cubicBezTo>
                  <a:cubicBezTo>
                    <a:pt x="7239" y="10885"/>
                    <a:pt x="7283" y="10833"/>
                    <a:pt x="7304" y="10715"/>
                  </a:cubicBezTo>
                  <a:cubicBezTo>
                    <a:pt x="7510" y="9638"/>
                    <a:pt x="6955" y="6897"/>
                    <a:pt x="6575" y="6216"/>
                  </a:cubicBezTo>
                  <a:cubicBezTo>
                    <a:pt x="6195" y="5519"/>
                    <a:pt x="3058" y="4552"/>
                    <a:pt x="3011" y="4045"/>
                  </a:cubicBezTo>
                  <a:cubicBezTo>
                    <a:pt x="3001" y="3972"/>
                    <a:pt x="3063" y="3940"/>
                    <a:pt x="3174" y="3940"/>
                  </a:cubicBezTo>
                  <a:cubicBezTo>
                    <a:pt x="3828" y="3940"/>
                    <a:pt x="6211" y="5028"/>
                    <a:pt x="6211" y="5028"/>
                  </a:cubicBezTo>
                  <a:cubicBezTo>
                    <a:pt x="6005" y="4537"/>
                    <a:pt x="5862" y="4030"/>
                    <a:pt x="5783" y="3507"/>
                  </a:cubicBezTo>
                  <a:cubicBezTo>
                    <a:pt x="5577" y="2461"/>
                    <a:pt x="3185" y="2968"/>
                    <a:pt x="3106" y="2556"/>
                  </a:cubicBezTo>
                  <a:cubicBezTo>
                    <a:pt x="3066" y="2383"/>
                    <a:pt x="3447" y="2333"/>
                    <a:pt x="3902" y="2333"/>
                  </a:cubicBezTo>
                  <a:cubicBezTo>
                    <a:pt x="4533" y="2333"/>
                    <a:pt x="5308" y="2429"/>
                    <a:pt x="5308" y="2429"/>
                  </a:cubicBezTo>
                  <a:cubicBezTo>
                    <a:pt x="5308" y="2429"/>
                    <a:pt x="4389" y="1004"/>
                    <a:pt x="3565" y="354"/>
                  </a:cubicBezTo>
                  <a:cubicBezTo>
                    <a:pt x="3210" y="80"/>
                    <a:pt x="2581" y="0"/>
                    <a:pt x="1972"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2"/>
            <p:cNvSpPr/>
            <p:nvPr/>
          </p:nvSpPr>
          <p:spPr>
            <a:xfrm>
              <a:off x="758700" y="2118950"/>
              <a:ext cx="236475" cy="253100"/>
            </a:xfrm>
            <a:custGeom>
              <a:rect b="b" l="l" r="r" t="t"/>
              <a:pathLst>
                <a:path extrusionOk="0" h="10124" w="9459">
                  <a:moveTo>
                    <a:pt x="1992" y="1"/>
                  </a:moveTo>
                  <a:cubicBezTo>
                    <a:pt x="638" y="1"/>
                    <a:pt x="1" y="986"/>
                    <a:pt x="1" y="986"/>
                  </a:cubicBezTo>
                  <a:cubicBezTo>
                    <a:pt x="1" y="986"/>
                    <a:pt x="2615" y="2602"/>
                    <a:pt x="4199" y="4091"/>
                  </a:cubicBezTo>
                  <a:cubicBezTo>
                    <a:pt x="5685" y="5501"/>
                    <a:pt x="7398" y="10124"/>
                    <a:pt x="8153" y="10124"/>
                  </a:cubicBezTo>
                  <a:cubicBezTo>
                    <a:pt x="8196" y="10124"/>
                    <a:pt x="8235" y="10110"/>
                    <a:pt x="8271" y="10079"/>
                  </a:cubicBezTo>
                  <a:cubicBezTo>
                    <a:pt x="8936" y="9525"/>
                    <a:pt x="9459" y="6752"/>
                    <a:pt x="8825" y="5992"/>
                  </a:cubicBezTo>
                  <a:cubicBezTo>
                    <a:pt x="8192" y="5232"/>
                    <a:pt x="6465" y="5723"/>
                    <a:pt x="6290" y="5390"/>
                  </a:cubicBezTo>
                  <a:cubicBezTo>
                    <a:pt x="6183" y="5201"/>
                    <a:pt x="6937" y="5160"/>
                    <a:pt x="7610" y="5160"/>
                  </a:cubicBezTo>
                  <a:cubicBezTo>
                    <a:pt x="8123" y="5160"/>
                    <a:pt x="8588" y="5184"/>
                    <a:pt x="8588" y="5184"/>
                  </a:cubicBezTo>
                  <a:cubicBezTo>
                    <a:pt x="8588" y="5184"/>
                    <a:pt x="7732" y="3616"/>
                    <a:pt x="6988" y="3235"/>
                  </a:cubicBezTo>
                  <a:cubicBezTo>
                    <a:pt x="6227" y="2839"/>
                    <a:pt x="4041" y="3220"/>
                    <a:pt x="3993" y="2839"/>
                  </a:cubicBezTo>
                  <a:cubicBezTo>
                    <a:pt x="3943" y="2535"/>
                    <a:pt x="5504" y="2505"/>
                    <a:pt x="6131" y="2505"/>
                  </a:cubicBezTo>
                  <a:cubicBezTo>
                    <a:pt x="6287" y="2505"/>
                    <a:pt x="6386" y="2507"/>
                    <a:pt x="6386" y="2507"/>
                  </a:cubicBezTo>
                  <a:cubicBezTo>
                    <a:pt x="6386" y="2507"/>
                    <a:pt x="6021" y="2237"/>
                    <a:pt x="5324" y="1730"/>
                  </a:cubicBezTo>
                  <a:cubicBezTo>
                    <a:pt x="5200" y="1643"/>
                    <a:pt x="5059" y="1608"/>
                    <a:pt x="4911" y="1608"/>
                  </a:cubicBezTo>
                  <a:cubicBezTo>
                    <a:pt x="4336" y="1608"/>
                    <a:pt x="3654" y="2129"/>
                    <a:pt x="3432" y="2129"/>
                  </a:cubicBezTo>
                  <a:cubicBezTo>
                    <a:pt x="3389" y="2129"/>
                    <a:pt x="3364" y="2109"/>
                    <a:pt x="3360" y="2063"/>
                  </a:cubicBezTo>
                  <a:cubicBezTo>
                    <a:pt x="3328" y="1730"/>
                    <a:pt x="4912" y="1239"/>
                    <a:pt x="4912" y="1239"/>
                  </a:cubicBezTo>
                  <a:cubicBezTo>
                    <a:pt x="3710" y="302"/>
                    <a:pt x="2741" y="1"/>
                    <a:pt x="1992"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9" name="Google Shape;279;p22"/>
          <p:cNvSpPr/>
          <p:nvPr/>
        </p:nvSpPr>
        <p:spPr>
          <a:xfrm flipH="1">
            <a:off x="-74600" y="203550"/>
            <a:ext cx="2872380" cy="662903"/>
          </a:xfrm>
          <a:custGeom>
            <a:rect b="b" l="l" r="r" t="t"/>
            <a:pathLst>
              <a:path extrusionOk="0" h="5576" w="24161">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2"/>
          <p:cNvSpPr/>
          <p:nvPr/>
        </p:nvSpPr>
        <p:spPr>
          <a:xfrm flipH="1">
            <a:off x="-355670" y="4419850"/>
            <a:ext cx="3434520" cy="72366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1" name="Google Shape;281;p22"/>
          <p:cNvGrpSpPr/>
          <p:nvPr/>
        </p:nvGrpSpPr>
        <p:grpSpPr>
          <a:xfrm>
            <a:off x="5706898" y="3803686"/>
            <a:ext cx="3456623" cy="1439402"/>
            <a:chOff x="5345149" y="3561586"/>
            <a:chExt cx="3798904" cy="1581934"/>
          </a:xfrm>
        </p:grpSpPr>
        <p:sp>
          <p:nvSpPr>
            <p:cNvPr id="282" name="Google Shape;282;p22"/>
            <p:cNvSpPr/>
            <p:nvPr/>
          </p:nvSpPr>
          <p:spPr>
            <a:xfrm>
              <a:off x="5345149" y="3561586"/>
              <a:ext cx="3798904" cy="1581934"/>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2"/>
            <p:cNvSpPr/>
            <p:nvPr/>
          </p:nvSpPr>
          <p:spPr>
            <a:xfrm>
              <a:off x="8359057" y="4098269"/>
              <a:ext cx="705789" cy="508567"/>
            </a:xfrm>
            <a:custGeom>
              <a:rect b="b" l="l" r="r" t="t"/>
              <a:pathLst>
                <a:path extrusionOk="0" h="8574" w="11899">
                  <a:moveTo>
                    <a:pt x="9826" y="0"/>
                  </a:moveTo>
                  <a:cubicBezTo>
                    <a:pt x="7951" y="0"/>
                    <a:pt x="8381" y="2410"/>
                    <a:pt x="8381" y="2410"/>
                  </a:cubicBezTo>
                  <a:cubicBezTo>
                    <a:pt x="8381" y="2410"/>
                    <a:pt x="7994" y="1842"/>
                    <a:pt x="7375" y="1842"/>
                  </a:cubicBezTo>
                  <a:cubicBezTo>
                    <a:pt x="7263" y="1842"/>
                    <a:pt x="7144" y="1860"/>
                    <a:pt x="7019" y="1903"/>
                  </a:cubicBezTo>
                  <a:cubicBezTo>
                    <a:pt x="6195" y="2204"/>
                    <a:pt x="6765" y="3234"/>
                    <a:pt x="6765" y="3234"/>
                  </a:cubicBezTo>
                  <a:cubicBezTo>
                    <a:pt x="6765" y="3234"/>
                    <a:pt x="5233" y="1951"/>
                    <a:pt x="3689" y="1951"/>
                  </a:cubicBezTo>
                  <a:cubicBezTo>
                    <a:pt x="3030" y="1951"/>
                    <a:pt x="2368" y="2185"/>
                    <a:pt x="1822" y="2854"/>
                  </a:cubicBezTo>
                  <a:cubicBezTo>
                    <a:pt x="0" y="5088"/>
                    <a:pt x="2773" y="7528"/>
                    <a:pt x="2773" y="7528"/>
                  </a:cubicBezTo>
                  <a:cubicBezTo>
                    <a:pt x="2773" y="7528"/>
                    <a:pt x="2556" y="7430"/>
                    <a:pt x="2272" y="7430"/>
                  </a:cubicBezTo>
                  <a:cubicBezTo>
                    <a:pt x="1870" y="7430"/>
                    <a:pt x="1335" y="7626"/>
                    <a:pt x="1094" y="8573"/>
                  </a:cubicBezTo>
                  <a:cubicBezTo>
                    <a:pt x="1575" y="8049"/>
                    <a:pt x="2247" y="7753"/>
                    <a:pt x="2951" y="7753"/>
                  </a:cubicBezTo>
                  <a:cubicBezTo>
                    <a:pt x="3034" y="7753"/>
                    <a:pt x="3117" y="7757"/>
                    <a:pt x="3201" y="7765"/>
                  </a:cubicBezTo>
                  <a:cubicBezTo>
                    <a:pt x="3201" y="7765"/>
                    <a:pt x="2123" y="5927"/>
                    <a:pt x="3201" y="4201"/>
                  </a:cubicBezTo>
                  <a:cubicBezTo>
                    <a:pt x="3636" y="3496"/>
                    <a:pt x="4385" y="3286"/>
                    <a:pt x="5123" y="3286"/>
                  </a:cubicBezTo>
                  <a:cubicBezTo>
                    <a:pt x="6210" y="3286"/>
                    <a:pt x="7272" y="3741"/>
                    <a:pt x="7272" y="3741"/>
                  </a:cubicBezTo>
                  <a:cubicBezTo>
                    <a:pt x="7272" y="3741"/>
                    <a:pt x="7114" y="2806"/>
                    <a:pt x="7557" y="2553"/>
                  </a:cubicBezTo>
                  <a:cubicBezTo>
                    <a:pt x="7612" y="2525"/>
                    <a:pt x="7669" y="2513"/>
                    <a:pt x="7728" y="2513"/>
                  </a:cubicBezTo>
                  <a:cubicBezTo>
                    <a:pt x="8168" y="2513"/>
                    <a:pt x="8698" y="3203"/>
                    <a:pt x="8698" y="3203"/>
                  </a:cubicBezTo>
                  <a:cubicBezTo>
                    <a:pt x="8698" y="3203"/>
                    <a:pt x="9142" y="1713"/>
                    <a:pt x="9997" y="1523"/>
                  </a:cubicBezTo>
                  <a:cubicBezTo>
                    <a:pt x="10057" y="1508"/>
                    <a:pt x="10118" y="1502"/>
                    <a:pt x="10178" y="1502"/>
                  </a:cubicBezTo>
                  <a:cubicBezTo>
                    <a:pt x="10957" y="1502"/>
                    <a:pt x="11708" y="2648"/>
                    <a:pt x="11708" y="2648"/>
                  </a:cubicBezTo>
                  <a:cubicBezTo>
                    <a:pt x="11708" y="2648"/>
                    <a:pt x="11898" y="82"/>
                    <a:pt x="9918" y="2"/>
                  </a:cubicBezTo>
                  <a:cubicBezTo>
                    <a:pt x="9887" y="1"/>
                    <a:pt x="9856" y="0"/>
                    <a:pt x="9826"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4" name="Google Shape;284;p22"/>
          <p:cNvSpPr txBox="1"/>
          <p:nvPr>
            <p:ph type="title"/>
          </p:nvPr>
        </p:nvSpPr>
        <p:spPr>
          <a:xfrm>
            <a:off x="3078838" y="940075"/>
            <a:ext cx="29865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000">
                <a:solidFill>
                  <a:schemeClr val="accent4"/>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85" name="Google Shape;285;p22"/>
          <p:cNvSpPr txBox="1"/>
          <p:nvPr>
            <p:ph idx="1" type="subTitle"/>
          </p:nvPr>
        </p:nvSpPr>
        <p:spPr>
          <a:xfrm>
            <a:off x="3308188" y="1826865"/>
            <a:ext cx="2527800" cy="608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6" name="Google Shape;286;p22"/>
          <p:cNvSpPr txBox="1"/>
          <p:nvPr>
            <p:ph idx="2" type="title"/>
          </p:nvPr>
        </p:nvSpPr>
        <p:spPr>
          <a:xfrm>
            <a:off x="715088" y="2403425"/>
            <a:ext cx="29865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87" name="Google Shape;287;p22"/>
          <p:cNvSpPr txBox="1"/>
          <p:nvPr>
            <p:ph idx="3" type="subTitle"/>
          </p:nvPr>
        </p:nvSpPr>
        <p:spPr>
          <a:xfrm>
            <a:off x="944438" y="3290215"/>
            <a:ext cx="2527800" cy="608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8" name="Google Shape;288;p22"/>
          <p:cNvSpPr txBox="1"/>
          <p:nvPr>
            <p:ph idx="4" type="title"/>
          </p:nvPr>
        </p:nvSpPr>
        <p:spPr>
          <a:xfrm>
            <a:off x="5442388" y="2403425"/>
            <a:ext cx="2986500" cy="82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6000"/>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289" name="Google Shape;289;p22"/>
          <p:cNvSpPr txBox="1"/>
          <p:nvPr>
            <p:ph idx="5" type="subTitle"/>
          </p:nvPr>
        </p:nvSpPr>
        <p:spPr>
          <a:xfrm>
            <a:off x="5671738" y="3290215"/>
            <a:ext cx="2527800" cy="608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0" name="Google Shape;290;p22"/>
          <p:cNvSpPr/>
          <p:nvPr/>
        </p:nvSpPr>
        <p:spPr>
          <a:xfrm flipH="1">
            <a:off x="6065338" y="59300"/>
            <a:ext cx="1301674" cy="524276"/>
          </a:xfrm>
          <a:custGeom>
            <a:rect b="b" l="l" r="r" t="t"/>
            <a:pathLst>
              <a:path extrusionOk="0" h="2355" w="5847">
                <a:moveTo>
                  <a:pt x="3805" y="1"/>
                </a:moveTo>
                <a:cubicBezTo>
                  <a:pt x="3774" y="1"/>
                  <a:pt x="3741" y="4"/>
                  <a:pt x="3708" y="10"/>
                </a:cubicBezTo>
                <a:cubicBezTo>
                  <a:pt x="2884" y="184"/>
                  <a:pt x="2393" y="1658"/>
                  <a:pt x="2393" y="1658"/>
                </a:cubicBezTo>
                <a:cubicBezTo>
                  <a:pt x="2393" y="1658"/>
                  <a:pt x="2279" y="1002"/>
                  <a:pt x="1889" y="1002"/>
                </a:cubicBezTo>
                <a:cubicBezTo>
                  <a:pt x="1867" y="1002"/>
                  <a:pt x="1845" y="1004"/>
                  <a:pt x="1823" y="1008"/>
                </a:cubicBezTo>
                <a:cubicBezTo>
                  <a:pt x="1363" y="1087"/>
                  <a:pt x="920" y="2070"/>
                  <a:pt x="920" y="2070"/>
                </a:cubicBezTo>
                <a:lnTo>
                  <a:pt x="1" y="2355"/>
                </a:lnTo>
                <a:lnTo>
                  <a:pt x="5847" y="2355"/>
                </a:lnTo>
                <a:lnTo>
                  <a:pt x="5561" y="2149"/>
                </a:lnTo>
                <a:cubicBezTo>
                  <a:pt x="5561" y="2149"/>
                  <a:pt x="5767" y="1341"/>
                  <a:pt x="5387" y="1246"/>
                </a:cubicBezTo>
                <a:cubicBezTo>
                  <a:pt x="5363" y="1241"/>
                  <a:pt x="5341" y="1238"/>
                  <a:pt x="5319" y="1238"/>
                </a:cubicBezTo>
                <a:cubicBezTo>
                  <a:pt x="5007" y="1238"/>
                  <a:pt x="4896" y="1737"/>
                  <a:pt x="4896" y="1737"/>
                </a:cubicBezTo>
                <a:cubicBezTo>
                  <a:pt x="4896" y="1737"/>
                  <a:pt x="4560" y="1"/>
                  <a:pt x="3805"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hanks">
    <p:spTree>
      <p:nvGrpSpPr>
        <p:cNvPr id="291" name="Shape 291"/>
        <p:cNvGrpSpPr/>
        <p:nvPr/>
      </p:nvGrpSpPr>
      <p:grpSpPr>
        <a:xfrm>
          <a:off x="0" y="0"/>
          <a:ext cx="0" cy="0"/>
          <a:chOff x="0" y="0"/>
          <a:chExt cx="0" cy="0"/>
        </a:xfrm>
      </p:grpSpPr>
      <p:grpSp>
        <p:nvGrpSpPr>
          <p:cNvPr id="292" name="Google Shape;292;p23"/>
          <p:cNvGrpSpPr/>
          <p:nvPr/>
        </p:nvGrpSpPr>
        <p:grpSpPr>
          <a:xfrm flipH="1">
            <a:off x="4518627" y="3221374"/>
            <a:ext cx="4642223" cy="1931635"/>
            <a:chOff x="-6" y="3326050"/>
            <a:chExt cx="4733581" cy="1969850"/>
          </a:xfrm>
        </p:grpSpPr>
        <p:sp>
          <p:nvSpPr>
            <p:cNvPr id="293" name="Google Shape;293;p23"/>
            <p:cNvSpPr/>
            <p:nvPr/>
          </p:nvSpPr>
          <p:spPr>
            <a:xfrm flipH="1">
              <a:off x="-6" y="3326050"/>
              <a:ext cx="4733581" cy="1969850"/>
            </a:xfrm>
            <a:custGeom>
              <a:rect b="b" l="l" r="r" t="t"/>
              <a:pathLst>
                <a:path extrusionOk="0" h="22086" w="53073">
                  <a:moveTo>
                    <a:pt x="53073" y="1"/>
                  </a:moveTo>
                  <a:cubicBezTo>
                    <a:pt x="52186" y="96"/>
                    <a:pt x="51473" y="777"/>
                    <a:pt x="51362" y="1664"/>
                  </a:cubicBezTo>
                  <a:cubicBezTo>
                    <a:pt x="51362" y="1664"/>
                    <a:pt x="49960" y="254"/>
                    <a:pt x="47716" y="254"/>
                  </a:cubicBezTo>
                  <a:cubicBezTo>
                    <a:pt x="46952" y="254"/>
                    <a:pt x="46090" y="418"/>
                    <a:pt x="45152" y="856"/>
                  </a:cubicBezTo>
                  <a:cubicBezTo>
                    <a:pt x="41460" y="2567"/>
                    <a:pt x="42712" y="7510"/>
                    <a:pt x="42712" y="7510"/>
                  </a:cubicBezTo>
                  <a:cubicBezTo>
                    <a:pt x="42156" y="7305"/>
                    <a:pt x="41554" y="7192"/>
                    <a:pt x="40955" y="7192"/>
                  </a:cubicBezTo>
                  <a:cubicBezTo>
                    <a:pt x="40769" y="7192"/>
                    <a:pt x="40583" y="7203"/>
                    <a:pt x="40399" y="7225"/>
                  </a:cubicBezTo>
                  <a:cubicBezTo>
                    <a:pt x="37563" y="7415"/>
                    <a:pt x="37500" y="9205"/>
                    <a:pt x="37500" y="9205"/>
                  </a:cubicBezTo>
                  <a:cubicBezTo>
                    <a:pt x="37500" y="9205"/>
                    <a:pt x="35955" y="8673"/>
                    <a:pt x="34014" y="8673"/>
                  </a:cubicBezTo>
                  <a:cubicBezTo>
                    <a:pt x="32411" y="8673"/>
                    <a:pt x="30537" y="9036"/>
                    <a:pt x="29040" y="10362"/>
                  </a:cubicBezTo>
                  <a:cubicBezTo>
                    <a:pt x="25745" y="13293"/>
                    <a:pt x="27852" y="15812"/>
                    <a:pt x="27852" y="15812"/>
                  </a:cubicBezTo>
                  <a:cubicBezTo>
                    <a:pt x="27293" y="15687"/>
                    <a:pt x="26810" y="15635"/>
                    <a:pt x="26394" y="15635"/>
                  </a:cubicBezTo>
                  <a:cubicBezTo>
                    <a:pt x="24111" y="15635"/>
                    <a:pt x="23828" y="17222"/>
                    <a:pt x="23828" y="17222"/>
                  </a:cubicBezTo>
                  <a:lnTo>
                    <a:pt x="22909" y="16984"/>
                  </a:lnTo>
                  <a:cubicBezTo>
                    <a:pt x="24054" y="14454"/>
                    <a:pt x="21420" y="14194"/>
                    <a:pt x="20288" y="14194"/>
                  </a:cubicBezTo>
                  <a:cubicBezTo>
                    <a:pt x="19996" y="14194"/>
                    <a:pt x="19804" y="14212"/>
                    <a:pt x="19804" y="14212"/>
                  </a:cubicBezTo>
                  <a:cubicBezTo>
                    <a:pt x="19804" y="14212"/>
                    <a:pt x="23241" y="12897"/>
                    <a:pt x="21515" y="10314"/>
                  </a:cubicBezTo>
                  <a:cubicBezTo>
                    <a:pt x="20387" y="8613"/>
                    <a:pt x="18820" y="8170"/>
                    <a:pt x="17438" y="8170"/>
                  </a:cubicBezTo>
                  <a:cubicBezTo>
                    <a:pt x="16722" y="8170"/>
                    <a:pt x="16056" y="8289"/>
                    <a:pt x="15526" y="8413"/>
                  </a:cubicBezTo>
                  <a:cubicBezTo>
                    <a:pt x="13641" y="8841"/>
                    <a:pt x="9696" y="10948"/>
                    <a:pt x="10979" y="14576"/>
                  </a:cubicBezTo>
                  <a:cubicBezTo>
                    <a:pt x="10415" y="14002"/>
                    <a:pt x="9651" y="13693"/>
                    <a:pt x="8878" y="13693"/>
                  </a:cubicBezTo>
                  <a:cubicBezTo>
                    <a:pt x="8457" y="13693"/>
                    <a:pt x="8033" y="13784"/>
                    <a:pt x="7636" y="13974"/>
                  </a:cubicBezTo>
                  <a:cubicBezTo>
                    <a:pt x="5656" y="14893"/>
                    <a:pt x="6147" y="16556"/>
                    <a:pt x="7130" y="17238"/>
                  </a:cubicBezTo>
                  <a:cubicBezTo>
                    <a:pt x="7130" y="17238"/>
                    <a:pt x="0" y="17317"/>
                    <a:pt x="0" y="22086"/>
                  </a:cubicBezTo>
                  <a:lnTo>
                    <a:pt x="53073" y="22086"/>
                  </a:lnTo>
                  <a:lnTo>
                    <a:pt x="53073" y="1"/>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3"/>
            <p:cNvSpPr/>
            <p:nvPr/>
          </p:nvSpPr>
          <p:spPr>
            <a:xfrm flipH="1">
              <a:off x="1072366" y="4275490"/>
              <a:ext cx="1097475" cy="790709"/>
            </a:xfrm>
            <a:custGeom>
              <a:rect b="b" l="l" r="r" t="t"/>
              <a:pathLst>
                <a:path extrusionOk="0" h="8573" w="11899">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5" name="Google Shape;295;p23"/>
          <p:cNvSpPr/>
          <p:nvPr/>
        </p:nvSpPr>
        <p:spPr>
          <a:xfrm>
            <a:off x="6035325" y="97600"/>
            <a:ext cx="1511218" cy="1511218"/>
          </a:xfrm>
          <a:custGeom>
            <a:rect b="b" l="l" r="r" t="t"/>
            <a:pathLst>
              <a:path extrusionOk="0" h="25286" w="25286">
                <a:moveTo>
                  <a:pt x="12643" y="1"/>
                </a:moveTo>
                <a:cubicBezTo>
                  <a:pt x="5673" y="1"/>
                  <a:pt x="1" y="5657"/>
                  <a:pt x="1" y="12643"/>
                </a:cubicBezTo>
                <a:cubicBezTo>
                  <a:pt x="1" y="19630"/>
                  <a:pt x="5673" y="25285"/>
                  <a:pt x="12643" y="25285"/>
                </a:cubicBezTo>
                <a:cubicBezTo>
                  <a:pt x="19630" y="25285"/>
                  <a:pt x="25286" y="19630"/>
                  <a:pt x="25286" y="12643"/>
                </a:cubicBezTo>
                <a:cubicBezTo>
                  <a:pt x="25286" y="5657"/>
                  <a:pt x="19630" y="1"/>
                  <a:pt x="126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23"/>
          <p:cNvSpPr/>
          <p:nvPr/>
        </p:nvSpPr>
        <p:spPr>
          <a:xfrm>
            <a:off x="6291673" y="307595"/>
            <a:ext cx="2722341" cy="765364"/>
          </a:xfrm>
          <a:custGeom>
            <a:rect b="b" l="l" r="r" t="t"/>
            <a:pathLst>
              <a:path extrusionOk="0" h="7238" w="25745">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23"/>
          <p:cNvSpPr/>
          <p:nvPr/>
        </p:nvSpPr>
        <p:spPr>
          <a:xfrm>
            <a:off x="4945312" y="1061173"/>
            <a:ext cx="555750" cy="296952"/>
          </a:xfrm>
          <a:custGeom>
            <a:rect b="b" l="l" r="r" t="t"/>
            <a:pathLst>
              <a:path extrusionOk="0" h="1829" w="3423">
                <a:moveTo>
                  <a:pt x="2273" y="1"/>
                </a:moveTo>
                <a:cubicBezTo>
                  <a:pt x="2133" y="1"/>
                  <a:pt x="2028" y="7"/>
                  <a:pt x="1996" y="23"/>
                </a:cubicBezTo>
                <a:cubicBezTo>
                  <a:pt x="1854" y="149"/>
                  <a:pt x="1743" y="292"/>
                  <a:pt x="1664" y="466"/>
                </a:cubicBezTo>
                <a:cubicBezTo>
                  <a:pt x="1664" y="466"/>
                  <a:pt x="1515" y="346"/>
                  <a:pt x="1354" y="346"/>
                </a:cubicBezTo>
                <a:cubicBezTo>
                  <a:pt x="1304" y="346"/>
                  <a:pt x="1253" y="357"/>
                  <a:pt x="1204" y="387"/>
                </a:cubicBezTo>
                <a:cubicBezTo>
                  <a:pt x="1039" y="489"/>
                  <a:pt x="1047" y="499"/>
                  <a:pt x="1057" y="499"/>
                </a:cubicBezTo>
                <a:cubicBezTo>
                  <a:pt x="1059" y="499"/>
                  <a:pt x="1062" y="498"/>
                  <a:pt x="1062" y="498"/>
                </a:cubicBezTo>
                <a:cubicBezTo>
                  <a:pt x="1141" y="498"/>
                  <a:pt x="1236" y="530"/>
                  <a:pt x="1299" y="593"/>
                </a:cubicBezTo>
                <a:cubicBezTo>
                  <a:pt x="1299" y="593"/>
                  <a:pt x="824" y="625"/>
                  <a:pt x="745" y="704"/>
                </a:cubicBezTo>
                <a:cubicBezTo>
                  <a:pt x="475" y="1068"/>
                  <a:pt x="238" y="1449"/>
                  <a:pt x="0" y="1829"/>
                </a:cubicBezTo>
                <a:cubicBezTo>
                  <a:pt x="317" y="1734"/>
                  <a:pt x="586" y="1544"/>
                  <a:pt x="792" y="1290"/>
                </a:cubicBezTo>
                <a:cubicBezTo>
                  <a:pt x="1077" y="1274"/>
                  <a:pt x="1331" y="1163"/>
                  <a:pt x="1553" y="1005"/>
                </a:cubicBezTo>
                <a:lnTo>
                  <a:pt x="1711" y="1227"/>
                </a:lnTo>
                <a:lnTo>
                  <a:pt x="1616" y="1544"/>
                </a:lnTo>
                <a:cubicBezTo>
                  <a:pt x="1713" y="1571"/>
                  <a:pt x="1814" y="1584"/>
                  <a:pt x="1914" y="1584"/>
                </a:cubicBezTo>
                <a:cubicBezTo>
                  <a:pt x="2043" y="1584"/>
                  <a:pt x="2173" y="1563"/>
                  <a:pt x="2297" y="1528"/>
                </a:cubicBezTo>
                <a:cubicBezTo>
                  <a:pt x="2582" y="1401"/>
                  <a:pt x="2551" y="989"/>
                  <a:pt x="2551" y="989"/>
                </a:cubicBezTo>
                <a:lnTo>
                  <a:pt x="2107" y="973"/>
                </a:lnTo>
                <a:lnTo>
                  <a:pt x="1933" y="767"/>
                </a:lnTo>
                <a:cubicBezTo>
                  <a:pt x="1933" y="767"/>
                  <a:pt x="2472" y="609"/>
                  <a:pt x="2630" y="324"/>
                </a:cubicBezTo>
                <a:lnTo>
                  <a:pt x="3422" y="54"/>
                </a:lnTo>
                <a:cubicBezTo>
                  <a:pt x="3422" y="54"/>
                  <a:pt x="2691" y="1"/>
                  <a:pt x="2273"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23"/>
          <p:cNvSpPr/>
          <p:nvPr/>
        </p:nvSpPr>
        <p:spPr>
          <a:xfrm rot="10800000">
            <a:off x="-9732" y="-26202"/>
            <a:ext cx="2570772" cy="1070517"/>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23"/>
          <p:cNvSpPr/>
          <p:nvPr/>
        </p:nvSpPr>
        <p:spPr>
          <a:xfrm flipH="1">
            <a:off x="6561861" y="3516452"/>
            <a:ext cx="555751" cy="355842"/>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23"/>
          <p:cNvSpPr/>
          <p:nvPr/>
        </p:nvSpPr>
        <p:spPr>
          <a:xfrm>
            <a:off x="-1018925" y="4507745"/>
            <a:ext cx="2872380" cy="662903"/>
          </a:xfrm>
          <a:custGeom>
            <a:rect b="b" l="l" r="r" t="t"/>
            <a:pathLst>
              <a:path extrusionOk="0" h="5576" w="24161">
                <a:moveTo>
                  <a:pt x="3253" y="0"/>
                </a:moveTo>
                <a:cubicBezTo>
                  <a:pt x="2984" y="0"/>
                  <a:pt x="2733" y="49"/>
                  <a:pt x="2504" y="157"/>
                </a:cubicBezTo>
                <a:cubicBezTo>
                  <a:pt x="0" y="1346"/>
                  <a:pt x="2108" y="5576"/>
                  <a:pt x="2108" y="5576"/>
                </a:cubicBezTo>
                <a:lnTo>
                  <a:pt x="24160" y="5576"/>
                </a:lnTo>
                <a:lnTo>
                  <a:pt x="20326" y="4910"/>
                </a:lnTo>
                <a:cubicBezTo>
                  <a:pt x="20326" y="4910"/>
                  <a:pt x="20073" y="3199"/>
                  <a:pt x="19012" y="2930"/>
                </a:cubicBezTo>
                <a:cubicBezTo>
                  <a:pt x="18943" y="2913"/>
                  <a:pt x="18875" y="2906"/>
                  <a:pt x="18808" y="2906"/>
                </a:cubicBezTo>
                <a:cubicBezTo>
                  <a:pt x="17835" y="2906"/>
                  <a:pt x="17031" y="4514"/>
                  <a:pt x="17031" y="4514"/>
                </a:cubicBezTo>
                <a:cubicBezTo>
                  <a:pt x="17031" y="4514"/>
                  <a:pt x="16508" y="3072"/>
                  <a:pt x="15843" y="3072"/>
                </a:cubicBezTo>
                <a:cubicBezTo>
                  <a:pt x="15178" y="3072"/>
                  <a:pt x="14655" y="4657"/>
                  <a:pt x="14655" y="4657"/>
                </a:cubicBezTo>
                <a:cubicBezTo>
                  <a:pt x="14655" y="4657"/>
                  <a:pt x="13392" y="3298"/>
                  <a:pt x="11997" y="3298"/>
                </a:cubicBezTo>
                <a:cubicBezTo>
                  <a:pt x="11886" y="3298"/>
                  <a:pt x="11773" y="3307"/>
                  <a:pt x="11661" y="3326"/>
                </a:cubicBezTo>
                <a:cubicBezTo>
                  <a:pt x="10251" y="3548"/>
                  <a:pt x="10298" y="4910"/>
                  <a:pt x="10298" y="4910"/>
                </a:cubicBezTo>
                <a:cubicBezTo>
                  <a:pt x="10298" y="4910"/>
                  <a:pt x="5938" y="0"/>
                  <a:pt x="3253"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23"/>
          <p:cNvSpPr txBox="1"/>
          <p:nvPr>
            <p:ph type="ctrTitle"/>
          </p:nvPr>
        </p:nvSpPr>
        <p:spPr>
          <a:xfrm>
            <a:off x="715100" y="710750"/>
            <a:ext cx="4070100" cy="99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5200"/>
              <a:buNone/>
              <a:defRPr sz="71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02" name="Google Shape;302;p23"/>
          <p:cNvSpPr txBox="1"/>
          <p:nvPr>
            <p:ph idx="1" type="subTitle"/>
          </p:nvPr>
        </p:nvSpPr>
        <p:spPr>
          <a:xfrm>
            <a:off x="715100" y="1660635"/>
            <a:ext cx="3460200" cy="1212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03" name="Google Shape;303;p23"/>
          <p:cNvSpPr txBox="1"/>
          <p:nvPr/>
        </p:nvSpPr>
        <p:spPr>
          <a:xfrm>
            <a:off x="715100" y="3489700"/>
            <a:ext cx="4458600" cy="67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100"/>
              <a:buFont typeface="Arial"/>
              <a:buNone/>
            </a:pPr>
            <a:r>
              <a:rPr b="0" i="0" lang="en" sz="1100" u="none" cap="none" strike="noStrike">
                <a:solidFill>
                  <a:schemeClr val="dk2"/>
                </a:solidFill>
                <a:latin typeface="Work Sans"/>
                <a:ea typeface="Work Sans"/>
                <a:cs typeface="Work Sans"/>
                <a:sym typeface="Work Sans"/>
              </a:rPr>
              <a:t>CREDITS: This presentation template was created by </a:t>
            </a:r>
            <a:r>
              <a:rPr b="0" i="0" lang="en" sz="1100" u="none" cap="none" strike="noStrike">
                <a:solidFill>
                  <a:schemeClr val="hlink"/>
                </a:solidFill>
                <a:uFill>
                  <a:noFill/>
                </a:uFill>
                <a:latin typeface="Work Sans"/>
                <a:ea typeface="Work Sans"/>
                <a:cs typeface="Work Sans"/>
                <a:sym typeface="Work Sans"/>
                <a:hlinkClick r:id="rId2"/>
              </a:rPr>
              <a:t>Slidesgo</a:t>
            </a:r>
            <a:r>
              <a:rPr b="0" i="0" lang="en" sz="1100" u="none" cap="none" strike="noStrike">
                <a:solidFill>
                  <a:schemeClr val="dk2"/>
                </a:solidFill>
                <a:latin typeface="Work Sans"/>
                <a:ea typeface="Work Sans"/>
                <a:cs typeface="Work Sans"/>
                <a:sym typeface="Work Sans"/>
              </a:rPr>
              <a:t>, including icons by </a:t>
            </a:r>
            <a:r>
              <a:rPr b="0" i="0" lang="en" sz="1100" u="none" cap="none" strike="noStrike">
                <a:solidFill>
                  <a:schemeClr val="hlink"/>
                </a:solidFill>
                <a:uFill>
                  <a:noFill/>
                </a:uFill>
                <a:latin typeface="Work Sans"/>
                <a:ea typeface="Work Sans"/>
                <a:cs typeface="Work Sans"/>
                <a:sym typeface="Work Sans"/>
                <a:hlinkClick r:id="rId3"/>
              </a:rPr>
              <a:t>Flaticon</a:t>
            </a:r>
            <a:r>
              <a:rPr b="0" i="0" lang="en" sz="1100" u="none" cap="none" strike="noStrike">
                <a:solidFill>
                  <a:schemeClr val="dk2"/>
                </a:solidFill>
                <a:latin typeface="Work Sans"/>
                <a:ea typeface="Work Sans"/>
                <a:cs typeface="Work Sans"/>
                <a:sym typeface="Work Sans"/>
              </a:rPr>
              <a:t>, infographics &amp; images by </a:t>
            </a:r>
            <a:r>
              <a:rPr b="0" i="0" lang="en" sz="1100" u="none" cap="none" strike="noStrike">
                <a:solidFill>
                  <a:schemeClr val="hlink"/>
                </a:solidFill>
                <a:uFill>
                  <a:noFill/>
                </a:uFill>
                <a:latin typeface="Work Sans"/>
                <a:ea typeface="Work Sans"/>
                <a:cs typeface="Work Sans"/>
                <a:sym typeface="Work Sans"/>
                <a:hlinkClick r:id="rId4"/>
              </a:rPr>
              <a:t>Freepik</a:t>
            </a:r>
            <a:endParaRPr b="0" i="0" sz="1100" u="none" cap="none" strike="noStrike">
              <a:solidFill>
                <a:schemeClr val="dk1"/>
              </a:solidFill>
              <a:latin typeface="Work Sans"/>
              <a:ea typeface="Work Sans"/>
              <a:cs typeface="Work Sans"/>
              <a:sym typeface="Work Sa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ackground">
    <p:spTree>
      <p:nvGrpSpPr>
        <p:cNvPr id="304" name="Shape 304"/>
        <p:cNvGrpSpPr/>
        <p:nvPr/>
      </p:nvGrpSpPr>
      <p:grpSpPr>
        <a:xfrm>
          <a:off x="0" y="0"/>
          <a:ext cx="0" cy="0"/>
          <a:chOff x="0" y="0"/>
          <a:chExt cx="0" cy="0"/>
        </a:xfrm>
      </p:grpSpPr>
      <p:sp>
        <p:nvSpPr>
          <p:cNvPr id="305" name="Google Shape;305;p24"/>
          <p:cNvSpPr/>
          <p:nvPr/>
        </p:nvSpPr>
        <p:spPr>
          <a:xfrm>
            <a:off x="7789800" y="-561738"/>
            <a:ext cx="1511218" cy="1511218"/>
          </a:xfrm>
          <a:custGeom>
            <a:rect b="b" l="l" r="r" t="t"/>
            <a:pathLst>
              <a:path extrusionOk="0" h="25286" w="25286">
                <a:moveTo>
                  <a:pt x="12643" y="1"/>
                </a:moveTo>
                <a:cubicBezTo>
                  <a:pt x="5673" y="1"/>
                  <a:pt x="1" y="5657"/>
                  <a:pt x="1" y="12643"/>
                </a:cubicBezTo>
                <a:cubicBezTo>
                  <a:pt x="1" y="19630"/>
                  <a:pt x="5673" y="25285"/>
                  <a:pt x="12643" y="25285"/>
                </a:cubicBezTo>
                <a:cubicBezTo>
                  <a:pt x="19630" y="25285"/>
                  <a:pt x="25286" y="19630"/>
                  <a:pt x="25286" y="12643"/>
                </a:cubicBezTo>
                <a:cubicBezTo>
                  <a:pt x="25286" y="5657"/>
                  <a:pt x="19630" y="1"/>
                  <a:pt x="1264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24"/>
          <p:cNvSpPr/>
          <p:nvPr/>
        </p:nvSpPr>
        <p:spPr>
          <a:xfrm flipH="1">
            <a:off x="6686148" y="49908"/>
            <a:ext cx="2722341" cy="765364"/>
          </a:xfrm>
          <a:custGeom>
            <a:rect b="b" l="l" r="r" t="t"/>
            <a:pathLst>
              <a:path extrusionOk="0" h="7238" w="25745">
                <a:moveTo>
                  <a:pt x="18629" y="0"/>
                </a:moveTo>
                <a:cubicBezTo>
                  <a:pt x="18350" y="0"/>
                  <a:pt x="18040" y="34"/>
                  <a:pt x="17696" y="108"/>
                </a:cubicBezTo>
                <a:cubicBezTo>
                  <a:pt x="13620" y="980"/>
                  <a:pt x="15855" y="4480"/>
                  <a:pt x="15293" y="4480"/>
                </a:cubicBezTo>
                <a:cubicBezTo>
                  <a:pt x="15263" y="4480"/>
                  <a:pt x="15225" y="4470"/>
                  <a:pt x="15177" y="4449"/>
                </a:cubicBezTo>
                <a:cubicBezTo>
                  <a:pt x="15101" y="4413"/>
                  <a:pt x="15027" y="4397"/>
                  <a:pt x="14957" y="4397"/>
                </a:cubicBezTo>
                <a:cubicBezTo>
                  <a:pt x="14175" y="4397"/>
                  <a:pt x="13736" y="6382"/>
                  <a:pt x="13736" y="6382"/>
                </a:cubicBezTo>
                <a:cubicBezTo>
                  <a:pt x="13736" y="6382"/>
                  <a:pt x="13888" y="5293"/>
                  <a:pt x="12399" y="5293"/>
                </a:cubicBezTo>
                <a:cubicBezTo>
                  <a:pt x="12030" y="5293"/>
                  <a:pt x="11561" y="5360"/>
                  <a:pt x="10963" y="5526"/>
                </a:cubicBezTo>
                <a:cubicBezTo>
                  <a:pt x="5878" y="6920"/>
                  <a:pt x="0" y="7237"/>
                  <a:pt x="0" y="7237"/>
                </a:cubicBezTo>
                <a:lnTo>
                  <a:pt x="25744" y="7237"/>
                </a:lnTo>
                <a:cubicBezTo>
                  <a:pt x="25681" y="5784"/>
                  <a:pt x="25151" y="5421"/>
                  <a:pt x="24639" y="5421"/>
                </a:cubicBezTo>
                <a:cubicBezTo>
                  <a:pt x="24130" y="5421"/>
                  <a:pt x="23637" y="5780"/>
                  <a:pt x="23637" y="5780"/>
                </a:cubicBezTo>
                <a:cubicBezTo>
                  <a:pt x="23637" y="5780"/>
                  <a:pt x="25079" y="4592"/>
                  <a:pt x="23764" y="3609"/>
                </a:cubicBezTo>
                <a:cubicBezTo>
                  <a:pt x="23486" y="3405"/>
                  <a:pt x="23203" y="3325"/>
                  <a:pt x="22927" y="3325"/>
                </a:cubicBezTo>
                <a:cubicBezTo>
                  <a:pt x="21899" y="3325"/>
                  <a:pt x="20992" y="4449"/>
                  <a:pt x="20992" y="4449"/>
                </a:cubicBezTo>
                <a:cubicBezTo>
                  <a:pt x="20992" y="4449"/>
                  <a:pt x="21822" y="0"/>
                  <a:pt x="1862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4"/>
          <p:cNvSpPr/>
          <p:nvPr/>
        </p:nvSpPr>
        <p:spPr>
          <a:xfrm flipH="1">
            <a:off x="159352" y="4608495"/>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4"/>
          <p:cNvSpPr/>
          <p:nvPr/>
        </p:nvSpPr>
        <p:spPr>
          <a:xfrm flipH="1">
            <a:off x="2582424" y="120527"/>
            <a:ext cx="555751" cy="355842"/>
          </a:xfrm>
          <a:custGeom>
            <a:rect b="b" l="l" r="r" t="t"/>
            <a:pathLst>
              <a:path extrusionOk="0" h="1664" w="2599">
                <a:moveTo>
                  <a:pt x="1" y="0"/>
                </a:moveTo>
                <a:lnTo>
                  <a:pt x="1" y="0"/>
                </a:lnTo>
                <a:cubicBezTo>
                  <a:pt x="112" y="269"/>
                  <a:pt x="254" y="523"/>
                  <a:pt x="429" y="745"/>
                </a:cubicBezTo>
                <a:cubicBezTo>
                  <a:pt x="539" y="887"/>
                  <a:pt x="666" y="1014"/>
                  <a:pt x="825" y="1125"/>
                </a:cubicBezTo>
                <a:lnTo>
                  <a:pt x="318" y="1125"/>
                </a:lnTo>
                <a:cubicBezTo>
                  <a:pt x="318" y="1125"/>
                  <a:pt x="191" y="1553"/>
                  <a:pt x="856" y="1664"/>
                </a:cubicBezTo>
                <a:lnTo>
                  <a:pt x="1189" y="1410"/>
                </a:lnTo>
                <a:cubicBezTo>
                  <a:pt x="1189" y="1410"/>
                  <a:pt x="1650" y="1584"/>
                  <a:pt x="2120" y="1584"/>
                </a:cubicBezTo>
                <a:cubicBezTo>
                  <a:pt x="2285" y="1584"/>
                  <a:pt x="2451" y="1563"/>
                  <a:pt x="2599" y="1505"/>
                </a:cubicBezTo>
                <a:cubicBezTo>
                  <a:pt x="2282" y="1315"/>
                  <a:pt x="1918" y="1188"/>
                  <a:pt x="1537" y="1141"/>
                </a:cubicBezTo>
                <a:lnTo>
                  <a:pt x="1807" y="982"/>
                </a:lnTo>
                <a:cubicBezTo>
                  <a:pt x="1743" y="903"/>
                  <a:pt x="1652" y="864"/>
                  <a:pt x="1563" y="864"/>
                </a:cubicBezTo>
                <a:cubicBezTo>
                  <a:pt x="1474" y="864"/>
                  <a:pt x="1387" y="903"/>
                  <a:pt x="1332" y="982"/>
                </a:cubicBezTo>
                <a:cubicBezTo>
                  <a:pt x="1268" y="761"/>
                  <a:pt x="1110" y="570"/>
                  <a:pt x="904" y="475"/>
                </a:cubicBezTo>
                <a:cubicBezTo>
                  <a:pt x="587" y="333"/>
                  <a:pt x="286" y="190"/>
                  <a:pt x="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4"/>
          <p:cNvSpPr/>
          <p:nvPr/>
        </p:nvSpPr>
        <p:spPr>
          <a:xfrm flipH="1">
            <a:off x="6950640" y="3894500"/>
            <a:ext cx="2193360" cy="1248995"/>
          </a:xfrm>
          <a:custGeom>
            <a:rect b="b" l="l" r="r" t="t"/>
            <a:pathLst>
              <a:path extrusionOk="0" h="20695" w="36344">
                <a:moveTo>
                  <a:pt x="5031" y="0"/>
                </a:moveTo>
                <a:cubicBezTo>
                  <a:pt x="4972" y="0"/>
                  <a:pt x="4911" y="1"/>
                  <a:pt x="4849" y="4"/>
                </a:cubicBezTo>
                <a:cubicBezTo>
                  <a:pt x="1031" y="162"/>
                  <a:pt x="1427" y="5089"/>
                  <a:pt x="1427" y="5089"/>
                </a:cubicBezTo>
                <a:cubicBezTo>
                  <a:pt x="1067" y="4549"/>
                  <a:pt x="739" y="4402"/>
                  <a:pt x="489" y="4402"/>
                </a:cubicBezTo>
                <a:cubicBezTo>
                  <a:pt x="189" y="4402"/>
                  <a:pt x="1" y="4614"/>
                  <a:pt x="1" y="4614"/>
                </a:cubicBezTo>
                <a:lnTo>
                  <a:pt x="1" y="20694"/>
                </a:lnTo>
                <a:lnTo>
                  <a:pt x="34775" y="20694"/>
                </a:lnTo>
                <a:cubicBezTo>
                  <a:pt x="34775" y="20694"/>
                  <a:pt x="36344" y="18667"/>
                  <a:pt x="34775" y="17225"/>
                </a:cubicBezTo>
                <a:cubicBezTo>
                  <a:pt x="34407" y="16883"/>
                  <a:pt x="33994" y="16752"/>
                  <a:pt x="33576" y="16752"/>
                </a:cubicBezTo>
                <a:cubicBezTo>
                  <a:pt x="32216" y="16752"/>
                  <a:pt x="30815" y="18144"/>
                  <a:pt x="30815" y="18144"/>
                </a:cubicBezTo>
                <a:cubicBezTo>
                  <a:pt x="30815" y="18144"/>
                  <a:pt x="35678" y="10492"/>
                  <a:pt x="29658" y="9700"/>
                </a:cubicBezTo>
                <a:cubicBezTo>
                  <a:pt x="29357" y="9660"/>
                  <a:pt x="29066" y="9641"/>
                  <a:pt x="28786" y="9641"/>
                </a:cubicBezTo>
                <a:cubicBezTo>
                  <a:pt x="23454" y="9641"/>
                  <a:pt x="21753" y="16433"/>
                  <a:pt x="21753" y="16433"/>
                </a:cubicBezTo>
                <a:cubicBezTo>
                  <a:pt x="21303" y="14632"/>
                  <a:pt x="20293" y="14254"/>
                  <a:pt x="19524" y="14254"/>
                </a:cubicBezTo>
                <a:cubicBezTo>
                  <a:pt x="18967" y="14254"/>
                  <a:pt x="18537" y="14452"/>
                  <a:pt x="18537" y="14452"/>
                </a:cubicBezTo>
                <a:cubicBezTo>
                  <a:pt x="18537" y="14452"/>
                  <a:pt x="23844" y="9763"/>
                  <a:pt x="20359" y="5470"/>
                </a:cubicBezTo>
                <a:cubicBezTo>
                  <a:pt x="19315" y="4189"/>
                  <a:pt x="18049" y="3741"/>
                  <a:pt x="16787" y="3741"/>
                </a:cubicBezTo>
                <a:cubicBezTo>
                  <a:pt x="13833" y="3741"/>
                  <a:pt x="10901" y="6198"/>
                  <a:pt x="10901" y="6198"/>
                </a:cubicBezTo>
                <a:cubicBezTo>
                  <a:pt x="10901" y="6198"/>
                  <a:pt x="11978" y="4218"/>
                  <a:pt x="10394" y="3664"/>
                </a:cubicBezTo>
                <a:cubicBezTo>
                  <a:pt x="10143" y="3574"/>
                  <a:pt x="9907" y="3536"/>
                  <a:pt x="9686" y="3536"/>
                </a:cubicBezTo>
                <a:cubicBezTo>
                  <a:pt x="8510" y="3536"/>
                  <a:pt x="7780" y="4614"/>
                  <a:pt x="7780" y="4614"/>
                </a:cubicBezTo>
                <a:cubicBezTo>
                  <a:pt x="7780" y="4614"/>
                  <a:pt x="8623" y="0"/>
                  <a:pt x="503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4"/>
          <p:cNvSpPr/>
          <p:nvPr/>
        </p:nvSpPr>
        <p:spPr>
          <a:xfrm rot="10800000">
            <a:off x="-9475" y="-16443"/>
            <a:ext cx="2648525" cy="1102895"/>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ackground 1">
    <p:spTree>
      <p:nvGrpSpPr>
        <p:cNvPr id="311" name="Shape 311"/>
        <p:cNvGrpSpPr/>
        <p:nvPr/>
      </p:nvGrpSpPr>
      <p:grpSpPr>
        <a:xfrm>
          <a:off x="0" y="0"/>
          <a:ext cx="0" cy="0"/>
          <a:chOff x="0" y="0"/>
          <a:chExt cx="0" cy="0"/>
        </a:xfrm>
      </p:grpSpPr>
      <p:sp>
        <p:nvSpPr>
          <p:cNvPr id="312" name="Google Shape;312;p25"/>
          <p:cNvSpPr/>
          <p:nvPr/>
        </p:nvSpPr>
        <p:spPr>
          <a:xfrm flipH="1">
            <a:off x="8363899" y="4539956"/>
            <a:ext cx="395468" cy="355851"/>
          </a:xfrm>
          <a:custGeom>
            <a:rect b="b" l="l" r="r" t="t"/>
            <a:pathLst>
              <a:path extrusionOk="0" h="1284" w="1427">
                <a:moveTo>
                  <a:pt x="0" y="1"/>
                </a:moveTo>
                <a:lnTo>
                  <a:pt x="476" y="824"/>
                </a:lnTo>
                <a:lnTo>
                  <a:pt x="95" y="1030"/>
                </a:lnTo>
                <a:cubicBezTo>
                  <a:pt x="95" y="1030"/>
                  <a:pt x="238" y="1252"/>
                  <a:pt x="396" y="1268"/>
                </a:cubicBezTo>
                <a:lnTo>
                  <a:pt x="602" y="935"/>
                </a:lnTo>
                <a:lnTo>
                  <a:pt x="1426" y="1284"/>
                </a:lnTo>
                <a:cubicBezTo>
                  <a:pt x="1315" y="1046"/>
                  <a:pt x="1125" y="872"/>
                  <a:pt x="887" y="809"/>
                </a:cubicBezTo>
                <a:lnTo>
                  <a:pt x="967" y="587"/>
                </a:lnTo>
                <a:cubicBezTo>
                  <a:pt x="967" y="587"/>
                  <a:pt x="930" y="577"/>
                  <a:pt x="883" y="577"/>
                </a:cubicBezTo>
                <a:cubicBezTo>
                  <a:pt x="829" y="577"/>
                  <a:pt x="763" y="590"/>
                  <a:pt x="729" y="650"/>
                </a:cubicBezTo>
                <a:cubicBezTo>
                  <a:pt x="729" y="650"/>
                  <a:pt x="491" y="80"/>
                  <a:pt x="0"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13" name="Google Shape;313;p25"/>
          <p:cNvGrpSpPr/>
          <p:nvPr/>
        </p:nvGrpSpPr>
        <p:grpSpPr>
          <a:xfrm>
            <a:off x="0" y="4036050"/>
            <a:ext cx="2648525" cy="1186303"/>
            <a:chOff x="0" y="4036050"/>
            <a:chExt cx="2648525" cy="1186303"/>
          </a:xfrm>
        </p:grpSpPr>
        <p:sp>
          <p:nvSpPr>
            <p:cNvPr id="314" name="Google Shape;314;p25"/>
            <p:cNvSpPr/>
            <p:nvPr/>
          </p:nvSpPr>
          <p:spPr>
            <a:xfrm flipH="1">
              <a:off x="0" y="4036050"/>
              <a:ext cx="2648525" cy="1102895"/>
            </a:xfrm>
            <a:custGeom>
              <a:rect b="b" l="l" r="r" t="t"/>
              <a:pathLst>
                <a:path extrusionOk="0" h="22101" w="53074">
                  <a:moveTo>
                    <a:pt x="53058" y="0"/>
                  </a:moveTo>
                  <a:cubicBezTo>
                    <a:pt x="52186" y="95"/>
                    <a:pt x="51473" y="792"/>
                    <a:pt x="51347" y="1664"/>
                  </a:cubicBezTo>
                  <a:cubicBezTo>
                    <a:pt x="51347" y="1664"/>
                    <a:pt x="49952" y="260"/>
                    <a:pt x="47703" y="260"/>
                  </a:cubicBezTo>
                  <a:cubicBezTo>
                    <a:pt x="46939" y="260"/>
                    <a:pt x="46076" y="422"/>
                    <a:pt x="45136" y="856"/>
                  </a:cubicBezTo>
                  <a:cubicBezTo>
                    <a:pt x="41445" y="2583"/>
                    <a:pt x="42712" y="7525"/>
                    <a:pt x="42712" y="7525"/>
                  </a:cubicBezTo>
                  <a:cubicBezTo>
                    <a:pt x="42135" y="7304"/>
                    <a:pt x="41530" y="7198"/>
                    <a:pt x="40918" y="7198"/>
                  </a:cubicBezTo>
                  <a:cubicBezTo>
                    <a:pt x="40740" y="7198"/>
                    <a:pt x="40562" y="7207"/>
                    <a:pt x="40384" y="7224"/>
                  </a:cubicBezTo>
                  <a:cubicBezTo>
                    <a:pt x="37548" y="7430"/>
                    <a:pt x="37484" y="9205"/>
                    <a:pt x="37484" y="9205"/>
                  </a:cubicBezTo>
                  <a:cubicBezTo>
                    <a:pt x="37484" y="9205"/>
                    <a:pt x="35948" y="8675"/>
                    <a:pt x="34016" y="8675"/>
                  </a:cubicBezTo>
                  <a:cubicBezTo>
                    <a:pt x="32412" y="8675"/>
                    <a:pt x="30535" y="9040"/>
                    <a:pt x="29040" y="10377"/>
                  </a:cubicBezTo>
                  <a:cubicBezTo>
                    <a:pt x="25745" y="13308"/>
                    <a:pt x="27852" y="15827"/>
                    <a:pt x="27852" y="15827"/>
                  </a:cubicBezTo>
                  <a:cubicBezTo>
                    <a:pt x="27293" y="15703"/>
                    <a:pt x="26811" y="15650"/>
                    <a:pt x="26395" y="15650"/>
                  </a:cubicBezTo>
                  <a:cubicBezTo>
                    <a:pt x="24112" y="15650"/>
                    <a:pt x="23828" y="17237"/>
                    <a:pt x="23828" y="17237"/>
                  </a:cubicBezTo>
                  <a:lnTo>
                    <a:pt x="22893" y="16984"/>
                  </a:lnTo>
                  <a:cubicBezTo>
                    <a:pt x="24051" y="14454"/>
                    <a:pt x="21409" y="14194"/>
                    <a:pt x="20275" y="14194"/>
                  </a:cubicBezTo>
                  <a:cubicBezTo>
                    <a:pt x="19981" y="14194"/>
                    <a:pt x="19788" y="14211"/>
                    <a:pt x="19788" y="14211"/>
                  </a:cubicBezTo>
                  <a:cubicBezTo>
                    <a:pt x="19788" y="14211"/>
                    <a:pt x="23226" y="12912"/>
                    <a:pt x="21515" y="10330"/>
                  </a:cubicBezTo>
                  <a:cubicBezTo>
                    <a:pt x="20388" y="8628"/>
                    <a:pt x="18821" y="8185"/>
                    <a:pt x="17438" y="8185"/>
                  </a:cubicBezTo>
                  <a:cubicBezTo>
                    <a:pt x="16722" y="8185"/>
                    <a:pt x="16056" y="8304"/>
                    <a:pt x="15527" y="8428"/>
                  </a:cubicBezTo>
                  <a:cubicBezTo>
                    <a:pt x="13625" y="8856"/>
                    <a:pt x="9697" y="10963"/>
                    <a:pt x="10964" y="14607"/>
                  </a:cubicBezTo>
                  <a:lnTo>
                    <a:pt x="10964" y="14607"/>
                  </a:lnTo>
                  <a:cubicBezTo>
                    <a:pt x="10964" y="14607"/>
                    <a:pt x="10154" y="13703"/>
                    <a:pt x="8875" y="13703"/>
                  </a:cubicBezTo>
                  <a:cubicBezTo>
                    <a:pt x="8495" y="13703"/>
                    <a:pt x="8074" y="13783"/>
                    <a:pt x="7621" y="13989"/>
                  </a:cubicBezTo>
                  <a:cubicBezTo>
                    <a:pt x="5641" y="14908"/>
                    <a:pt x="6132" y="16572"/>
                    <a:pt x="7130" y="17253"/>
                  </a:cubicBezTo>
                  <a:cubicBezTo>
                    <a:pt x="7130" y="17253"/>
                    <a:pt x="1" y="17332"/>
                    <a:pt x="1" y="22101"/>
                  </a:cubicBezTo>
                  <a:lnTo>
                    <a:pt x="53073" y="22101"/>
                  </a:lnTo>
                  <a:lnTo>
                    <a:pt x="53058"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25"/>
            <p:cNvSpPr/>
            <p:nvPr/>
          </p:nvSpPr>
          <p:spPr>
            <a:xfrm flipH="1">
              <a:off x="86630" y="4584650"/>
              <a:ext cx="885107" cy="637703"/>
            </a:xfrm>
            <a:custGeom>
              <a:rect b="b" l="l" r="r" t="t"/>
              <a:pathLst>
                <a:path extrusionOk="0" h="8573" w="11899">
                  <a:moveTo>
                    <a:pt x="9844" y="0"/>
                  </a:moveTo>
                  <a:cubicBezTo>
                    <a:pt x="7949" y="0"/>
                    <a:pt x="8381" y="2409"/>
                    <a:pt x="8381" y="2409"/>
                  </a:cubicBezTo>
                  <a:cubicBezTo>
                    <a:pt x="8381" y="2409"/>
                    <a:pt x="8001" y="1850"/>
                    <a:pt x="7390" y="1850"/>
                  </a:cubicBezTo>
                  <a:cubicBezTo>
                    <a:pt x="7274" y="1850"/>
                    <a:pt x="7150" y="1870"/>
                    <a:pt x="7019" y="1918"/>
                  </a:cubicBezTo>
                  <a:cubicBezTo>
                    <a:pt x="6195" y="2203"/>
                    <a:pt x="6749" y="3233"/>
                    <a:pt x="6749" y="3233"/>
                  </a:cubicBezTo>
                  <a:cubicBezTo>
                    <a:pt x="6749" y="3233"/>
                    <a:pt x="5225" y="1950"/>
                    <a:pt x="3686" y="1950"/>
                  </a:cubicBezTo>
                  <a:cubicBezTo>
                    <a:pt x="3028" y="1950"/>
                    <a:pt x="2368" y="2184"/>
                    <a:pt x="1822" y="2853"/>
                  </a:cubicBezTo>
                  <a:cubicBezTo>
                    <a:pt x="0" y="5087"/>
                    <a:pt x="2773" y="7542"/>
                    <a:pt x="2773" y="7542"/>
                  </a:cubicBezTo>
                  <a:cubicBezTo>
                    <a:pt x="2773" y="7542"/>
                    <a:pt x="2546" y="7439"/>
                    <a:pt x="2254" y="7439"/>
                  </a:cubicBezTo>
                  <a:cubicBezTo>
                    <a:pt x="1850" y="7439"/>
                    <a:pt x="1323" y="7636"/>
                    <a:pt x="1093" y="8572"/>
                  </a:cubicBezTo>
                  <a:cubicBezTo>
                    <a:pt x="1583" y="8040"/>
                    <a:pt x="2268" y="7756"/>
                    <a:pt x="2972" y="7756"/>
                  </a:cubicBezTo>
                  <a:cubicBezTo>
                    <a:pt x="3043" y="7756"/>
                    <a:pt x="3114" y="7758"/>
                    <a:pt x="3185" y="7764"/>
                  </a:cubicBezTo>
                  <a:cubicBezTo>
                    <a:pt x="3185" y="7764"/>
                    <a:pt x="2107" y="5926"/>
                    <a:pt x="3185" y="4200"/>
                  </a:cubicBezTo>
                  <a:cubicBezTo>
                    <a:pt x="3624" y="3500"/>
                    <a:pt x="4369" y="3291"/>
                    <a:pt x="5104" y="3291"/>
                  </a:cubicBezTo>
                  <a:cubicBezTo>
                    <a:pt x="6199" y="3291"/>
                    <a:pt x="7272" y="3756"/>
                    <a:pt x="7272" y="3756"/>
                  </a:cubicBezTo>
                  <a:cubicBezTo>
                    <a:pt x="7272" y="3756"/>
                    <a:pt x="7114" y="2805"/>
                    <a:pt x="7557" y="2568"/>
                  </a:cubicBezTo>
                  <a:cubicBezTo>
                    <a:pt x="7613" y="2536"/>
                    <a:pt x="7672" y="2522"/>
                    <a:pt x="7734" y="2522"/>
                  </a:cubicBezTo>
                  <a:cubicBezTo>
                    <a:pt x="8164" y="2522"/>
                    <a:pt x="8698" y="3202"/>
                    <a:pt x="8698" y="3202"/>
                  </a:cubicBezTo>
                  <a:cubicBezTo>
                    <a:pt x="8698" y="3202"/>
                    <a:pt x="9141" y="1712"/>
                    <a:pt x="9981" y="1522"/>
                  </a:cubicBezTo>
                  <a:cubicBezTo>
                    <a:pt x="10042" y="1508"/>
                    <a:pt x="10103" y="1501"/>
                    <a:pt x="10163" y="1501"/>
                  </a:cubicBezTo>
                  <a:cubicBezTo>
                    <a:pt x="10954" y="1501"/>
                    <a:pt x="11692" y="2663"/>
                    <a:pt x="11692" y="2663"/>
                  </a:cubicBezTo>
                  <a:cubicBezTo>
                    <a:pt x="11692" y="2663"/>
                    <a:pt x="11898" y="81"/>
                    <a:pt x="9918" y="1"/>
                  </a:cubicBezTo>
                  <a:cubicBezTo>
                    <a:pt x="9893" y="1"/>
                    <a:pt x="9868" y="0"/>
                    <a:pt x="984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6" name="Google Shape;316;p25"/>
          <p:cNvSpPr/>
          <p:nvPr/>
        </p:nvSpPr>
        <p:spPr>
          <a:xfrm flipH="1">
            <a:off x="6555869" y="-94565"/>
            <a:ext cx="3632400" cy="765349"/>
          </a:xfrm>
          <a:custGeom>
            <a:rect b="b" l="l" r="r" t="t"/>
            <a:pathLst>
              <a:path extrusionOk="0" h="5281" w="25064">
                <a:moveTo>
                  <a:pt x="9628" y="1"/>
                </a:moveTo>
                <a:cubicBezTo>
                  <a:pt x="8350" y="1"/>
                  <a:pt x="7652" y="1605"/>
                  <a:pt x="7652" y="1605"/>
                </a:cubicBezTo>
                <a:cubicBezTo>
                  <a:pt x="7652" y="1605"/>
                  <a:pt x="7311" y="1130"/>
                  <a:pt x="6769" y="1130"/>
                </a:cubicBezTo>
                <a:cubicBezTo>
                  <a:pt x="6692" y="1130"/>
                  <a:pt x="6611" y="1140"/>
                  <a:pt x="6527" y="1161"/>
                </a:cubicBezTo>
                <a:cubicBezTo>
                  <a:pt x="5858" y="1317"/>
                  <a:pt x="6121" y="2542"/>
                  <a:pt x="6776" y="2631"/>
                </a:cubicBezTo>
                <a:lnTo>
                  <a:pt x="6776" y="2631"/>
                </a:lnTo>
                <a:cubicBezTo>
                  <a:pt x="6753" y="2629"/>
                  <a:pt x="6720" y="2627"/>
                  <a:pt x="6681" y="2627"/>
                </a:cubicBezTo>
                <a:cubicBezTo>
                  <a:pt x="6434" y="2627"/>
                  <a:pt x="5936" y="2700"/>
                  <a:pt x="6020" y="3300"/>
                </a:cubicBezTo>
                <a:cubicBezTo>
                  <a:pt x="6020" y="3300"/>
                  <a:pt x="5275" y="2921"/>
                  <a:pt x="4725" y="2921"/>
                </a:cubicBezTo>
                <a:cubicBezTo>
                  <a:pt x="4405" y="2921"/>
                  <a:pt x="4151" y="3050"/>
                  <a:pt x="4151" y="3458"/>
                </a:cubicBezTo>
                <a:cubicBezTo>
                  <a:pt x="4151" y="5106"/>
                  <a:pt x="1553" y="4647"/>
                  <a:pt x="539" y="4963"/>
                </a:cubicBezTo>
                <a:cubicBezTo>
                  <a:pt x="0" y="5106"/>
                  <a:pt x="444" y="5264"/>
                  <a:pt x="444" y="5264"/>
                </a:cubicBezTo>
                <a:lnTo>
                  <a:pt x="4547" y="5280"/>
                </a:lnTo>
                <a:lnTo>
                  <a:pt x="25063" y="5280"/>
                </a:lnTo>
                <a:cubicBezTo>
                  <a:pt x="25063" y="5280"/>
                  <a:pt x="24628" y="4242"/>
                  <a:pt x="23696" y="4242"/>
                </a:cubicBezTo>
                <a:cubicBezTo>
                  <a:pt x="23560" y="4242"/>
                  <a:pt x="23414" y="4264"/>
                  <a:pt x="23257" y="4314"/>
                </a:cubicBezTo>
                <a:cubicBezTo>
                  <a:pt x="23167" y="4343"/>
                  <a:pt x="23096" y="4356"/>
                  <a:pt x="23040" y="4356"/>
                </a:cubicBezTo>
                <a:cubicBezTo>
                  <a:pt x="22321" y="4356"/>
                  <a:pt x="24071" y="2175"/>
                  <a:pt x="21514" y="2175"/>
                </a:cubicBezTo>
                <a:cubicBezTo>
                  <a:pt x="20485" y="2175"/>
                  <a:pt x="20104" y="2682"/>
                  <a:pt x="20057" y="3300"/>
                </a:cubicBezTo>
                <a:cubicBezTo>
                  <a:pt x="20057" y="3300"/>
                  <a:pt x="20021" y="3292"/>
                  <a:pt x="19966" y="3292"/>
                </a:cubicBezTo>
                <a:cubicBezTo>
                  <a:pt x="19782" y="3292"/>
                  <a:pt x="19387" y="3386"/>
                  <a:pt x="19423" y="4203"/>
                </a:cubicBezTo>
                <a:cubicBezTo>
                  <a:pt x="19423" y="4203"/>
                  <a:pt x="18856" y="3636"/>
                  <a:pt x="18373" y="3636"/>
                </a:cubicBezTo>
                <a:cubicBezTo>
                  <a:pt x="18268" y="3636"/>
                  <a:pt x="18167" y="3663"/>
                  <a:pt x="18077" y="3728"/>
                </a:cubicBezTo>
                <a:cubicBezTo>
                  <a:pt x="17600" y="4070"/>
                  <a:pt x="17124" y="4943"/>
                  <a:pt x="16228" y="4943"/>
                </a:cubicBezTo>
                <a:cubicBezTo>
                  <a:pt x="16170" y="4943"/>
                  <a:pt x="16110" y="4939"/>
                  <a:pt x="16049" y="4932"/>
                </a:cubicBezTo>
                <a:cubicBezTo>
                  <a:pt x="15194" y="4838"/>
                  <a:pt x="14779" y="3867"/>
                  <a:pt x="14404" y="3867"/>
                </a:cubicBezTo>
                <a:cubicBezTo>
                  <a:pt x="14334" y="3867"/>
                  <a:pt x="14265" y="3901"/>
                  <a:pt x="14195" y="3981"/>
                </a:cubicBezTo>
                <a:cubicBezTo>
                  <a:pt x="14195" y="3981"/>
                  <a:pt x="13851" y="3680"/>
                  <a:pt x="13535" y="3680"/>
                </a:cubicBezTo>
                <a:cubicBezTo>
                  <a:pt x="13468" y="3680"/>
                  <a:pt x="13401" y="3694"/>
                  <a:pt x="13340" y="3728"/>
                </a:cubicBezTo>
                <a:cubicBezTo>
                  <a:pt x="13323" y="3738"/>
                  <a:pt x="13308" y="3743"/>
                  <a:pt x="13295" y="3743"/>
                </a:cubicBezTo>
                <a:cubicBezTo>
                  <a:pt x="13065" y="3743"/>
                  <a:pt x="13429" y="2166"/>
                  <a:pt x="12614" y="2166"/>
                </a:cubicBezTo>
                <a:cubicBezTo>
                  <a:pt x="12578" y="2166"/>
                  <a:pt x="12540" y="2169"/>
                  <a:pt x="12500" y="2175"/>
                </a:cubicBezTo>
                <a:cubicBezTo>
                  <a:pt x="11486" y="2349"/>
                  <a:pt x="11534" y="3411"/>
                  <a:pt x="11534" y="3411"/>
                </a:cubicBezTo>
                <a:cubicBezTo>
                  <a:pt x="11534" y="3411"/>
                  <a:pt x="11486" y="2460"/>
                  <a:pt x="11201" y="2397"/>
                </a:cubicBezTo>
                <a:cubicBezTo>
                  <a:pt x="10916" y="2349"/>
                  <a:pt x="11819" y="654"/>
                  <a:pt x="10187" y="100"/>
                </a:cubicBezTo>
                <a:cubicBezTo>
                  <a:pt x="9990" y="31"/>
                  <a:pt x="9803" y="1"/>
                  <a:pt x="962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25"/>
          <p:cNvSpPr/>
          <p:nvPr/>
        </p:nvSpPr>
        <p:spPr>
          <a:xfrm flipH="1">
            <a:off x="198777" y="330745"/>
            <a:ext cx="555747" cy="204261"/>
          </a:xfrm>
          <a:custGeom>
            <a:rect b="b" l="l" r="r" t="t"/>
            <a:pathLst>
              <a:path extrusionOk="0" h="1427" w="3882">
                <a:moveTo>
                  <a:pt x="2345" y="1"/>
                </a:moveTo>
                <a:cubicBezTo>
                  <a:pt x="1965" y="33"/>
                  <a:pt x="1664" y="492"/>
                  <a:pt x="1664" y="492"/>
                </a:cubicBezTo>
                <a:cubicBezTo>
                  <a:pt x="1479" y="350"/>
                  <a:pt x="1317" y="302"/>
                  <a:pt x="1183" y="302"/>
                </a:cubicBezTo>
                <a:cubicBezTo>
                  <a:pt x="915" y="302"/>
                  <a:pt x="761" y="492"/>
                  <a:pt x="761" y="492"/>
                </a:cubicBezTo>
                <a:lnTo>
                  <a:pt x="1252" y="714"/>
                </a:lnTo>
                <a:cubicBezTo>
                  <a:pt x="1190" y="701"/>
                  <a:pt x="1126" y="696"/>
                  <a:pt x="1063" y="696"/>
                </a:cubicBezTo>
                <a:cubicBezTo>
                  <a:pt x="884" y="696"/>
                  <a:pt x="703" y="743"/>
                  <a:pt x="539" y="825"/>
                </a:cubicBezTo>
                <a:cubicBezTo>
                  <a:pt x="32" y="1126"/>
                  <a:pt x="0" y="1427"/>
                  <a:pt x="0" y="1427"/>
                </a:cubicBezTo>
                <a:lnTo>
                  <a:pt x="1378" y="1031"/>
                </a:lnTo>
                <a:cubicBezTo>
                  <a:pt x="1489" y="1170"/>
                  <a:pt x="1708" y="1208"/>
                  <a:pt x="1911" y="1208"/>
                </a:cubicBezTo>
                <a:cubicBezTo>
                  <a:pt x="2146" y="1208"/>
                  <a:pt x="2361" y="1158"/>
                  <a:pt x="2361" y="1158"/>
                </a:cubicBezTo>
                <a:lnTo>
                  <a:pt x="2899" y="1427"/>
                </a:lnTo>
                <a:cubicBezTo>
                  <a:pt x="3105" y="1379"/>
                  <a:pt x="3264" y="1237"/>
                  <a:pt x="3295" y="1047"/>
                </a:cubicBezTo>
                <a:lnTo>
                  <a:pt x="2598" y="952"/>
                </a:lnTo>
                <a:lnTo>
                  <a:pt x="2329" y="777"/>
                </a:lnTo>
                <a:cubicBezTo>
                  <a:pt x="2376" y="540"/>
                  <a:pt x="3882" y="144"/>
                  <a:pt x="3882" y="144"/>
                </a:cubicBezTo>
                <a:cubicBezTo>
                  <a:pt x="3359" y="64"/>
                  <a:pt x="2852" y="17"/>
                  <a:pt x="234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1" name="Shape 321"/>
        <p:cNvGrpSpPr/>
        <p:nvPr/>
      </p:nvGrpSpPr>
      <p:grpSpPr>
        <a:xfrm>
          <a:off x="0" y="0"/>
          <a:ext cx="0" cy="0"/>
          <a:chOff x="0" y="0"/>
          <a:chExt cx="0" cy="0"/>
        </a:xfrm>
      </p:grpSpPr>
      <p:sp>
        <p:nvSpPr>
          <p:cNvPr id="322" name="Google Shape;322;p27"/>
          <p:cNvSpPr/>
          <p:nvPr/>
        </p:nvSpPr>
        <p:spPr>
          <a:xfrm>
            <a:off x="3294950" y="3992625"/>
            <a:ext cx="1218020" cy="174039"/>
          </a:xfrm>
          <a:custGeom>
            <a:rect b="b" l="l" r="r" t="t"/>
            <a:pathLst>
              <a:path extrusionOk="0" h="9823" w="68737">
                <a:moveTo>
                  <a:pt x="34359" y="1"/>
                </a:moveTo>
                <a:cubicBezTo>
                  <a:pt x="29155" y="1"/>
                  <a:pt x="23966" y="1798"/>
                  <a:pt x="20445" y="5333"/>
                </a:cubicBezTo>
                <a:cubicBezTo>
                  <a:pt x="18341" y="3725"/>
                  <a:pt x="16532" y="3094"/>
                  <a:pt x="14929" y="3094"/>
                </a:cubicBezTo>
                <a:cubicBezTo>
                  <a:pt x="12135" y="3094"/>
                  <a:pt x="9969" y="5012"/>
                  <a:pt x="7965" y="7016"/>
                </a:cubicBezTo>
                <a:cubicBezTo>
                  <a:pt x="6911" y="6676"/>
                  <a:pt x="5985" y="6535"/>
                  <a:pt x="5173" y="6535"/>
                </a:cubicBezTo>
                <a:cubicBezTo>
                  <a:pt x="1265" y="6535"/>
                  <a:pt x="1" y="9796"/>
                  <a:pt x="1" y="9796"/>
                </a:cubicBezTo>
                <a:lnTo>
                  <a:pt x="68737" y="9822"/>
                </a:lnTo>
                <a:cubicBezTo>
                  <a:pt x="68737" y="9822"/>
                  <a:pt x="67452" y="6537"/>
                  <a:pt x="63529" y="6537"/>
                </a:cubicBezTo>
                <a:cubicBezTo>
                  <a:pt x="62718" y="6537"/>
                  <a:pt x="61794" y="6677"/>
                  <a:pt x="60746" y="7016"/>
                </a:cubicBezTo>
                <a:cubicBezTo>
                  <a:pt x="58742" y="5012"/>
                  <a:pt x="56565" y="3094"/>
                  <a:pt x="53763" y="3094"/>
                </a:cubicBezTo>
                <a:cubicBezTo>
                  <a:pt x="52156" y="3094"/>
                  <a:pt x="50343" y="3725"/>
                  <a:pt x="48239" y="5333"/>
                </a:cubicBezTo>
                <a:cubicBezTo>
                  <a:pt x="44665" y="1758"/>
                  <a:pt x="39505" y="1"/>
                  <a:pt x="34359"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27"/>
          <p:cNvSpPr/>
          <p:nvPr/>
        </p:nvSpPr>
        <p:spPr>
          <a:xfrm>
            <a:off x="3786152" y="236974"/>
            <a:ext cx="2724649" cy="43259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27"/>
          <p:cNvSpPr/>
          <p:nvPr/>
        </p:nvSpPr>
        <p:spPr>
          <a:xfrm>
            <a:off x="-890210" y="2464424"/>
            <a:ext cx="2480612" cy="2208894"/>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27"/>
          <p:cNvSpPr/>
          <p:nvPr/>
        </p:nvSpPr>
        <p:spPr>
          <a:xfrm>
            <a:off x="8081923" y="2813075"/>
            <a:ext cx="2090160" cy="1860258"/>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27"/>
          <p:cNvSpPr/>
          <p:nvPr/>
        </p:nvSpPr>
        <p:spPr>
          <a:xfrm>
            <a:off x="7271180" y="81668"/>
            <a:ext cx="2620355" cy="916503"/>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7"/>
          <p:cNvSpPr/>
          <p:nvPr/>
        </p:nvSpPr>
        <p:spPr>
          <a:xfrm>
            <a:off x="-1052782" y="5"/>
            <a:ext cx="2478466" cy="868334"/>
          </a:xfrm>
          <a:custGeom>
            <a:rect b="b" l="l" r="r" t="t"/>
            <a:pathLst>
              <a:path extrusionOk="0" h="8873" w="25326">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7"/>
          <p:cNvSpPr txBox="1"/>
          <p:nvPr>
            <p:ph type="ctrTitle"/>
          </p:nvPr>
        </p:nvSpPr>
        <p:spPr>
          <a:xfrm>
            <a:off x="4506849" y="1695088"/>
            <a:ext cx="4118100" cy="1272000"/>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Clr>
                <a:schemeClr val="lt1"/>
              </a:buClr>
              <a:buSzPts val="5200"/>
              <a:buNone/>
              <a:defRPr sz="5800">
                <a:solidFill>
                  <a:schemeClr val="lt1"/>
                </a:solidFill>
              </a:defRPr>
            </a:lvl1pPr>
            <a:lvl2pPr lvl="1" algn="ctr">
              <a:lnSpc>
                <a:spcPct val="100000"/>
              </a:lnSpc>
              <a:spcBef>
                <a:spcPts val="0"/>
              </a:spcBef>
              <a:spcAft>
                <a:spcPts val="0"/>
              </a:spcAft>
              <a:buClr>
                <a:schemeClr val="lt1"/>
              </a:buClr>
              <a:buSzPts val="5200"/>
              <a:buNone/>
              <a:defRPr sz="5200">
                <a:solidFill>
                  <a:schemeClr val="lt1"/>
                </a:solidFill>
              </a:defRPr>
            </a:lvl2pPr>
            <a:lvl3pPr lvl="2" algn="ctr">
              <a:lnSpc>
                <a:spcPct val="100000"/>
              </a:lnSpc>
              <a:spcBef>
                <a:spcPts val="0"/>
              </a:spcBef>
              <a:spcAft>
                <a:spcPts val="0"/>
              </a:spcAft>
              <a:buClr>
                <a:schemeClr val="lt1"/>
              </a:buClr>
              <a:buSzPts val="5200"/>
              <a:buNone/>
              <a:defRPr sz="5200">
                <a:solidFill>
                  <a:schemeClr val="lt1"/>
                </a:solidFill>
              </a:defRPr>
            </a:lvl3pPr>
            <a:lvl4pPr lvl="3" algn="ctr">
              <a:lnSpc>
                <a:spcPct val="100000"/>
              </a:lnSpc>
              <a:spcBef>
                <a:spcPts val="0"/>
              </a:spcBef>
              <a:spcAft>
                <a:spcPts val="0"/>
              </a:spcAft>
              <a:buClr>
                <a:schemeClr val="lt1"/>
              </a:buClr>
              <a:buSzPts val="5200"/>
              <a:buNone/>
              <a:defRPr sz="5200">
                <a:solidFill>
                  <a:schemeClr val="lt1"/>
                </a:solidFill>
              </a:defRPr>
            </a:lvl4pPr>
            <a:lvl5pPr lvl="4" algn="ctr">
              <a:lnSpc>
                <a:spcPct val="100000"/>
              </a:lnSpc>
              <a:spcBef>
                <a:spcPts val="0"/>
              </a:spcBef>
              <a:spcAft>
                <a:spcPts val="0"/>
              </a:spcAft>
              <a:buClr>
                <a:schemeClr val="lt1"/>
              </a:buClr>
              <a:buSzPts val="5200"/>
              <a:buNone/>
              <a:defRPr sz="5200">
                <a:solidFill>
                  <a:schemeClr val="lt1"/>
                </a:solidFill>
              </a:defRPr>
            </a:lvl5pPr>
            <a:lvl6pPr lvl="5" algn="ctr">
              <a:lnSpc>
                <a:spcPct val="100000"/>
              </a:lnSpc>
              <a:spcBef>
                <a:spcPts val="0"/>
              </a:spcBef>
              <a:spcAft>
                <a:spcPts val="0"/>
              </a:spcAft>
              <a:buClr>
                <a:schemeClr val="lt1"/>
              </a:buClr>
              <a:buSzPts val="5200"/>
              <a:buNone/>
              <a:defRPr sz="5200">
                <a:solidFill>
                  <a:schemeClr val="lt1"/>
                </a:solidFill>
              </a:defRPr>
            </a:lvl6pPr>
            <a:lvl7pPr lvl="6" algn="ctr">
              <a:lnSpc>
                <a:spcPct val="100000"/>
              </a:lnSpc>
              <a:spcBef>
                <a:spcPts val="0"/>
              </a:spcBef>
              <a:spcAft>
                <a:spcPts val="0"/>
              </a:spcAft>
              <a:buClr>
                <a:schemeClr val="lt1"/>
              </a:buClr>
              <a:buSzPts val="5200"/>
              <a:buNone/>
              <a:defRPr sz="5200">
                <a:solidFill>
                  <a:schemeClr val="lt1"/>
                </a:solidFill>
              </a:defRPr>
            </a:lvl7pPr>
            <a:lvl8pPr lvl="7" algn="ctr">
              <a:lnSpc>
                <a:spcPct val="100000"/>
              </a:lnSpc>
              <a:spcBef>
                <a:spcPts val="0"/>
              </a:spcBef>
              <a:spcAft>
                <a:spcPts val="0"/>
              </a:spcAft>
              <a:buClr>
                <a:schemeClr val="lt1"/>
              </a:buClr>
              <a:buSzPts val="5200"/>
              <a:buNone/>
              <a:defRPr sz="5200">
                <a:solidFill>
                  <a:schemeClr val="lt1"/>
                </a:solidFill>
              </a:defRPr>
            </a:lvl8pPr>
            <a:lvl9pPr lvl="8" algn="ctr">
              <a:lnSpc>
                <a:spcPct val="100000"/>
              </a:lnSpc>
              <a:spcBef>
                <a:spcPts val="0"/>
              </a:spcBef>
              <a:spcAft>
                <a:spcPts val="0"/>
              </a:spcAft>
              <a:buClr>
                <a:schemeClr val="lt1"/>
              </a:buClr>
              <a:buSzPts val="5200"/>
              <a:buNone/>
              <a:defRPr sz="5200">
                <a:solidFill>
                  <a:schemeClr val="lt1"/>
                </a:solidFill>
              </a:defRPr>
            </a:lvl9pPr>
          </a:lstStyle>
          <a:p/>
        </p:txBody>
      </p:sp>
      <p:sp>
        <p:nvSpPr>
          <p:cNvPr id="329" name="Google Shape;329;p27"/>
          <p:cNvSpPr txBox="1"/>
          <p:nvPr>
            <p:ph idx="2" type="ctrTitle"/>
          </p:nvPr>
        </p:nvSpPr>
        <p:spPr>
          <a:xfrm>
            <a:off x="4445050" y="3095675"/>
            <a:ext cx="4241700" cy="388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5200"/>
              <a:buNone/>
              <a:defRPr b="0" sz="1600">
                <a:latin typeface="Raleway"/>
                <a:ea typeface="Raleway"/>
                <a:cs typeface="Raleway"/>
                <a:sym typeface="Raleway"/>
              </a:defRPr>
            </a:lvl1pPr>
            <a:lvl2pPr lvl="1" algn="ctr">
              <a:lnSpc>
                <a:spcPct val="100000"/>
              </a:lnSpc>
              <a:spcBef>
                <a:spcPts val="0"/>
              </a:spcBef>
              <a:spcAft>
                <a:spcPts val="0"/>
              </a:spcAft>
              <a:buClr>
                <a:schemeClr val="lt1"/>
              </a:buClr>
              <a:buSzPts val="5200"/>
              <a:buNone/>
              <a:defRPr sz="5200">
                <a:solidFill>
                  <a:schemeClr val="lt1"/>
                </a:solidFill>
              </a:defRPr>
            </a:lvl2pPr>
            <a:lvl3pPr lvl="2" algn="ctr">
              <a:lnSpc>
                <a:spcPct val="100000"/>
              </a:lnSpc>
              <a:spcBef>
                <a:spcPts val="0"/>
              </a:spcBef>
              <a:spcAft>
                <a:spcPts val="0"/>
              </a:spcAft>
              <a:buClr>
                <a:schemeClr val="lt1"/>
              </a:buClr>
              <a:buSzPts val="5200"/>
              <a:buNone/>
              <a:defRPr sz="5200">
                <a:solidFill>
                  <a:schemeClr val="lt1"/>
                </a:solidFill>
              </a:defRPr>
            </a:lvl3pPr>
            <a:lvl4pPr lvl="3" algn="ctr">
              <a:lnSpc>
                <a:spcPct val="100000"/>
              </a:lnSpc>
              <a:spcBef>
                <a:spcPts val="0"/>
              </a:spcBef>
              <a:spcAft>
                <a:spcPts val="0"/>
              </a:spcAft>
              <a:buClr>
                <a:schemeClr val="lt1"/>
              </a:buClr>
              <a:buSzPts val="5200"/>
              <a:buNone/>
              <a:defRPr sz="5200">
                <a:solidFill>
                  <a:schemeClr val="lt1"/>
                </a:solidFill>
              </a:defRPr>
            </a:lvl4pPr>
            <a:lvl5pPr lvl="4" algn="ctr">
              <a:lnSpc>
                <a:spcPct val="100000"/>
              </a:lnSpc>
              <a:spcBef>
                <a:spcPts val="0"/>
              </a:spcBef>
              <a:spcAft>
                <a:spcPts val="0"/>
              </a:spcAft>
              <a:buClr>
                <a:schemeClr val="lt1"/>
              </a:buClr>
              <a:buSzPts val="5200"/>
              <a:buNone/>
              <a:defRPr sz="5200">
                <a:solidFill>
                  <a:schemeClr val="lt1"/>
                </a:solidFill>
              </a:defRPr>
            </a:lvl5pPr>
            <a:lvl6pPr lvl="5" algn="ctr">
              <a:lnSpc>
                <a:spcPct val="100000"/>
              </a:lnSpc>
              <a:spcBef>
                <a:spcPts val="0"/>
              </a:spcBef>
              <a:spcAft>
                <a:spcPts val="0"/>
              </a:spcAft>
              <a:buClr>
                <a:schemeClr val="lt1"/>
              </a:buClr>
              <a:buSzPts val="5200"/>
              <a:buNone/>
              <a:defRPr sz="5200">
                <a:solidFill>
                  <a:schemeClr val="lt1"/>
                </a:solidFill>
              </a:defRPr>
            </a:lvl6pPr>
            <a:lvl7pPr lvl="6" algn="ctr">
              <a:lnSpc>
                <a:spcPct val="100000"/>
              </a:lnSpc>
              <a:spcBef>
                <a:spcPts val="0"/>
              </a:spcBef>
              <a:spcAft>
                <a:spcPts val="0"/>
              </a:spcAft>
              <a:buClr>
                <a:schemeClr val="lt1"/>
              </a:buClr>
              <a:buSzPts val="5200"/>
              <a:buNone/>
              <a:defRPr sz="5200">
                <a:solidFill>
                  <a:schemeClr val="lt1"/>
                </a:solidFill>
              </a:defRPr>
            </a:lvl7pPr>
            <a:lvl8pPr lvl="7" algn="ctr">
              <a:lnSpc>
                <a:spcPct val="100000"/>
              </a:lnSpc>
              <a:spcBef>
                <a:spcPts val="0"/>
              </a:spcBef>
              <a:spcAft>
                <a:spcPts val="0"/>
              </a:spcAft>
              <a:buClr>
                <a:schemeClr val="lt1"/>
              </a:buClr>
              <a:buSzPts val="5200"/>
              <a:buNone/>
              <a:defRPr sz="5200">
                <a:solidFill>
                  <a:schemeClr val="lt1"/>
                </a:solidFill>
              </a:defRPr>
            </a:lvl8pPr>
            <a:lvl9pPr lvl="8" algn="ctr">
              <a:lnSpc>
                <a:spcPct val="100000"/>
              </a:lnSpc>
              <a:spcBef>
                <a:spcPts val="0"/>
              </a:spcBef>
              <a:spcAft>
                <a:spcPts val="0"/>
              </a:spcAft>
              <a:buClr>
                <a:schemeClr val="lt1"/>
              </a:buClr>
              <a:buSzPts val="5200"/>
              <a:buNone/>
              <a:defRPr sz="5200">
                <a:solidFill>
                  <a:schemeClr val="lt1"/>
                </a:solidFill>
              </a:defRPr>
            </a:lvl9pPr>
          </a:lstStyle>
          <a:p/>
        </p:txBody>
      </p:sp>
      <p:sp>
        <p:nvSpPr>
          <p:cNvPr id="330" name="Google Shape;330;p27"/>
          <p:cNvSpPr/>
          <p:nvPr/>
        </p:nvSpPr>
        <p:spPr>
          <a:xfrm>
            <a:off x="0" y="4664225"/>
            <a:ext cx="9144000" cy="479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1" name="Shape 331"/>
        <p:cNvGrpSpPr/>
        <p:nvPr/>
      </p:nvGrpSpPr>
      <p:grpSpPr>
        <a:xfrm>
          <a:off x="0" y="0"/>
          <a:ext cx="0" cy="0"/>
          <a:chOff x="0" y="0"/>
          <a:chExt cx="0" cy="0"/>
        </a:xfrm>
      </p:grpSpPr>
      <p:sp>
        <p:nvSpPr>
          <p:cNvPr id="332" name="Google Shape;332;p28"/>
          <p:cNvSpPr/>
          <p:nvPr/>
        </p:nvSpPr>
        <p:spPr>
          <a:xfrm>
            <a:off x="-7104" y="2063079"/>
            <a:ext cx="3511946" cy="3127259"/>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28"/>
          <p:cNvSpPr/>
          <p:nvPr/>
        </p:nvSpPr>
        <p:spPr>
          <a:xfrm>
            <a:off x="7455403" y="4093211"/>
            <a:ext cx="1688587" cy="150285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28"/>
          <p:cNvSpPr/>
          <p:nvPr/>
        </p:nvSpPr>
        <p:spPr>
          <a:xfrm>
            <a:off x="-7112" y="365778"/>
            <a:ext cx="1449280" cy="507757"/>
          </a:xfrm>
          <a:custGeom>
            <a:rect b="b" l="l" r="r" t="t"/>
            <a:pathLst>
              <a:path extrusionOk="0" h="8873" w="25326">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8"/>
          <p:cNvSpPr/>
          <p:nvPr/>
        </p:nvSpPr>
        <p:spPr>
          <a:xfrm>
            <a:off x="3158350" y="365775"/>
            <a:ext cx="1675992" cy="234393"/>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8"/>
          <p:cNvSpPr/>
          <p:nvPr/>
        </p:nvSpPr>
        <p:spPr>
          <a:xfrm>
            <a:off x="6245487" y="-199550"/>
            <a:ext cx="3068026" cy="1073082"/>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8"/>
          <p:cNvSpPr txBox="1"/>
          <p:nvPr>
            <p:ph type="title"/>
          </p:nvPr>
        </p:nvSpPr>
        <p:spPr>
          <a:xfrm>
            <a:off x="4119704" y="1709680"/>
            <a:ext cx="4107000" cy="8079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3600"/>
              <a:buNone/>
              <a:defRPr sz="4500">
                <a:solidFill>
                  <a:schemeClr val="dk2"/>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338" name="Google Shape;338;p28"/>
          <p:cNvSpPr txBox="1"/>
          <p:nvPr>
            <p:ph idx="2" type="title"/>
          </p:nvPr>
        </p:nvSpPr>
        <p:spPr>
          <a:xfrm>
            <a:off x="6646904" y="1127078"/>
            <a:ext cx="1579800" cy="737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339" name="Google Shape;339;p28"/>
          <p:cNvSpPr txBox="1"/>
          <p:nvPr>
            <p:ph idx="1" type="subTitle"/>
          </p:nvPr>
        </p:nvSpPr>
        <p:spPr>
          <a:xfrm>
            <a:off x="5260304" y="2434107"/>
            <a:ext cx="2966400" cy="4566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lt1"/>
              </a:buClr>
              <a:buSzPts val="1500"/>
              <a:buNone/>
              <a:defRPr sz="1600">
                <a:solidFill>
                  <a:schemeClr val="lt1"/>
                </a:solidFill>
              </a:defRPr>
            </a:lvl1pPr>
            <a:lvl2pPr lvl="1" algn="ctr">
              <a:lnSpc>
                <a:spcPct val="100000"/>
              </a:lnSpc>
              <a:spcBef>
                <a:spcPts val="0"/>
              </a:spcBef>
              <a:spcAft>
                <a:spcPts val="0"/>
              </a:spcAft>
              <a:buClr>
                <a:schemeClr val="lt1"/>
              </a:buClr>
              <a:buSzPts val="1500"/>
              <a:buNone/>
              <a:defRPr>
                <a:solidFill>
                  <a:schemeClr val="lt1"/>
                </a:solidFill>
              </a:defRPr>
            </a:lvl2pPr>
            <a:lvl3pPr lvl="2" algn="ctr">
              <a:lnSpc>
                <a:spcPct val="100000"/>
              </a:lnSpc>
              <a:spcBef>
                <a:spcPts val="0"/>
              </a:spcBef>
              <a:spcAft>
                <a:spcPts val="0"/>
              </a:spcAft>
              <a:buClr>
                <a:schemeClr val="lt1"/>
              </a:buClr>
              <a:buSzPts val="1500"/>
              <a:buNone/>
              <a:defRPr>
                <a:solidFill>
                  <a:schemeClr val="lt1"/>
                </a:solidFill>
              </a:defRPr>
            </a:lvl3pPr>
            <a:lvl4pPr lvl="3" algn="ctr">
              <a:lnSpc>
                <a:spcPct val="100000"/>
              </a:lnSpc>
              <a:spcBef>
                <a:spcPts val="0"/>
              </a:spcBef>
              <a:spcAft>
                <a:spcPts val="0"/>
              </a:spcAft>
              <a:buClr>
                <a:schemeClr val="lt1"/>
              </a:buClr>
              <a:buSzPts val="1500"/>
              <a:buNone/>
              <a:defRPr>
                <a:solidFill>
                  <a:schemeClr val="lt1"/>
                </a:solidFill>
              </a:defRPr>
            </a:lvl4pPr>
            <a:lvl5pPr lvl="4" algn="ctr">
              <a:lnSpc>
                <a:spcPct val="100000"/>
              </a:lnSpc>
              <a:spcBef>
                <a:spcPts val="0"/>
              </a:spcBef>
              <a:spcAft>
                <a:spcPts val="0"/>
              </a:spcAft>
              <a:buClr>
                <a:schemeClr val="lt1"/>
              </a:buClr>
              <a:buSzPts val="1500"/>
              <a:buNone/>
              <a:defRPr>
                <a:solidFill>
                  <a:schemeClr val="lt1"/>
                </a:solidFill>
              </a:defRPr>
            </a:lvl5pPr>
            <a:lvl6pPr lvl="5" algn="ctr">
              <a:lnSpc>
                <a:spcPct val="100000"/>
              </a:lnSpc>
              <a:spcBef>
                <a:spcPts val="0"/>
              </a:spcBef>
              <a:spcAft>
                <a:spcPts val="0"/>
              </a:spcAft>
              <a:buClr>
                <a:schemeClr val="lt1"/>
              </a:buClr>
              <a:buSzPts val="1500"/>
              <a:buNone/>
              <a:defRPr>
                <a:solidFill>
                  <a:schemeClr val="lt1"/>
                </a:solidFill>
              </a:defRPr>
            </a:lvl6pPr>
            <a:lvl7pPr lvl="6" algn="ctr">
              <a:lnSpc>
                <a:spcPct val="100000"/>
              </a:lnSpc>
              <a:spcBef>
                <a:spcPts val="0"/>
              </a:spcBef>
              <a:spcAft>
                <a:spcPts val="0"/>
              </a:spcAft>
              <a:buClr>
                <a:schemeClr val="lt1"/>
              </a:buClr>
              <a:buSzPts val="1500"/>
              <a:buNone/>
              <a:defRPr>
                <a:solidFill>
                  <a:schemeClr val="lt1"/>
                </a:solidFill>
              </a:defRPr>
            </a:lvl7pPr>
            <a:lvl8pPr lvl="7" algn="ctr">
              <a:lnSpc>
                <a:spcPct val="100000"/>
              </a:lnSpc>
              <a:spcBef>
                <a:spcPts val="0"/>
              </a:spcBef>
              <a:spcAft>
                <a:spcPts val="0"/>
              </a:spcAft>
              <a:buClr>
                <a:schemeClr val="lt1"/>
              </a:buClr>
              <a:buSzPts val="1500"/>
              <a:buNone/>
              <a:defRPr>
                <a:solidFill>
                  <a:schemeClr val="lt1"/>
                </a:solidFill>
              </a:defRPr>
            </a:lvl8pPr>
            <a:lvl9pPr lvl="8" algn="ctr">
              <a:lnSpc>
                <a:spcPct val="100000"/>
              </a:lnSpc>
              <a:spcBef>
                <a:spcPts val="0"/>
              </a:spcBef>
              <a:spcAft>
                <a:spcPts val="0"/>
              </a:spcAft>
              <a:buClr>
                <a:schemeClr val="lt1"/>
              </a:buClr>
              <a:buSzPts val="15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0" name="Shape 340"/>
        <p:cNvGrpSpPr/>
        <p:nvPr/>
      </p:nvGrpSpPr>
      <p:grpSpPr>
        <a:xfrm>
          <a:off x="0" y="0"/>
          <a:ext cx="0" cy="0"/>
          <a:chOff x="0" y="0"/>
          <a:chExt cx="0" cy="0"/>
        </a:xfrm>
      </p:grpSpPr>
      <p:sp>
        <p:nvSpPr>
          <p:cNvPr id="341" name="Google Shape;341;p29"/>
          <p:cNvSpPr/>
          <p:nvPr/>
        </p:nvSpPr>
        <p:spPr>
          <a:xfrm>
            <a:off x="3828200" y="4924738"/>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9"/>
          <p:cNvSpPr/>
          <p:nvPr/>
        </p:nvSpPr>
        <p:spPr>
          <a:xfrm>
            <a:off x="-369050" y="3776113"/>
            <a:ext cx="1760006" cy="1567221"/>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9"/>
          <p:cNvSpPr/>
          <p:nvPr/>
        </p:nvSpPr>
        <p:spPr>
          <a:xfrm>
            <a:off x="7701850" y="3906450"/>
            <a:ext cx="1449258" cy="1289851"/>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9"/>
          <p:cNvSpPr/>
          <p:nvPr/>
        </p:nvSpPr>
        <p:spPr>
          <a:xfrm>
            <a:off x="7561880" y="193922"/>
            <a:ext cx="2620355" cy="916503"/>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9"/>
          <p:cNvSpPr/>
          <p:nvPr/>
        </p:nvSpPr>
        <p:spPr>
          <a:xfrm>
            <a:off x="-140462" y="337203"/>
            <a:ext cx="1449280" cy="507757"/>
          </a:xfrm>
          <a:custGeom>
            <a:rect b="b" l="l" r="r" t="t"/>
            <a:pathLst>
              <a:path extrusionOk="0" h="8873" w="25326">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29"/>
          <p:cNvSpPr/>
          <p:nvPr/>
        </p:nvSpPr>
        <p:spPr>
          <a:xfrm>
            <a:off x="3555375" y="-40475"/>
            <a:ext cx="1675992" cy="234393"/>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7" name="Google Shape;347;p29"/>
          <p:cNvGrpSpPr/>
          <p:nvPr/>
        </p:nvGrpSpPr>
        <p:grpSpPr>
          <a:xfrm>
            <a:off x="781650" y="-244100"/>
            <a:ext cx="7580700" cy="1303550"/>
            <a:chOff x="781650" y="-244100"/>
            <a:chExt cx="7580700" cy="1303550"/>
          </a:xfrm>
        </p:grpSpPr>
        <p:sp>
          <p:nvSpPr>
            <p:cNvPr id="348" name="Google Shape;348;p29"/>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29"/>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9"/>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29"/>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52" name="Google Shape;352;p29"/>
          <p:cNvSpPr txBox="1"/>
          <p:nvPr>
            <p:ph type="title"/>
          </p:nvPr>
        </p:nvSpPr>
        <p:spPr>
          <a:xfrm>
            <a:off x="539400" y="445025"/>
            <a:ext cx="8065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solidFill>
                  <a:schemeClr val="accent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53" name="Google Shape;353;p29"/>
          <p:cNvSpPr txBox="1"/>
          <p:nvPr>
            <p:ph idx="1" type="body"/>
          </p:nvPr>
        </p:nvSpPr>
        <p:spPr>
          <a:xfrm>
            <a:off x="717525" y="1102625"/>
            <a:ext cx="7708800" cy="34572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2"/>
              </a:buClr>
              <a:buSzPts val="1200"/>
              <a:buAutoNum type="arabicPeriod"/>
              <a:defRPr sz="1200"/>
            </a:lvl1pPr>
            <a:lvl2pPr indent="-304800" lvl="1" marL="914400" algn="l">
              <a:lnSpc>
                <a:spcPct val="115000"/>
              </a:lnSpc>
              <a:spcBef>
                <a:spcPts val="0"/>
              </a:spcBef>
              <a:spcAft>
                <a:spcPts val="0"/>
              </a:spcAft>
              <a:buSzPts val="1200"/>
              <a:buFont typeface="Roboto Condensed Light"/>
              <a:buAutoNum type="alphaLcPeriod"/>
              <a:defRPr/>
            </a:lvl2pPr>
            <a:lvl3pPr indent="-304800" lvl="2" marL="1371600" algn="l">
              <a:lnSpc>
                <a:spcPct val="115000"/>
              </a:lnSpc>
              <a:spcBef>
                <a:spcPts val="0"/>
              </a:spcBef>
              <a:spcAft>
                <a:spcPts val="0"/>
              </a:spcAft>
              <a:buSzPts val="1200"/>
              <a:buFont typeface="Roboto Condensed Light"/>
              <a:buAutoNum type="romanLcPeriod"/>
              <a:defRPr/>
            </a:lvl3pPr>
            <a:lvl4pPr indent="-304800" lvl="3" marL="1828800" algn="l">
              <a:lnSpc>
                <a:spcPct val="115000"/>
              </a:lnSpc>
              <a:spcBef>
                <a:spcPts val="0"/>
              </a:spcBef>
              <a:spcAft>
                <a:spcPts val="0"/>
              </a:spcAft>
              <a:buSzPts val="1200"/>
              <a:buFont typeface="Roboto Condensed Light"/>
              <a:buAutoNum type="arabicPeriod"/>
              <a:defRPr/>
            </a:lvl4pPr>
            <a:lvl5pPr indent="-304800" lvl="4" marL="2286000" algn="l">
              <a:lnSpc>
                <a:spcPct val="115000"/>
              </a:lnSpc>
              <a:spcBef>
                <a:spcPts val="0"/>
              </a:spcBef>
              <a:spcAft>
                <a:spcPts val="0"/>
              </a:spcAft>
              <a:buSzPts val="1200"/>
              <a:buFont typeface="Roboto Condensed Light"/>
              <a:buAutoNum type="alphaLcPeriod"/>
              <a:defRPr/>
            </a:lvl5pPr>
            <a:lvl6pPr indent="-304800" lvl="5" marL="2743200" algn="l">
              <a:lnSpc>
                <a:spcPct val="115000"/>
              </a:lnSpc>
              <a:spcBef>
                <a:spcPts val="0"/>
              </a:spcBef>
              <a:spcAft>
                <a:spcPts val="0"/>
              </a:spcAft>
              <a:buSzPts val="1200"/>
              <a:buFont typeface="Roboto Condensed Light"/>
              <a:buAutoNum type="romanLcPeriod"/>
              <a:defRPr/>
            </a:lvl6pPr>
            <a:lvl7pPr indent="-304800" lvl="6" marL="3200400" algn="l">
              <a:lnSpc>
                <a:spcPct val="115000"/>
              </a:lnSpc>
              <a:spcBef>
                <a:spcPts val="0"/>
              </a:spcBef>
              <a:spcAft>
                <a:spcPts val="0"/>
              </a:spcAft>
              <a:buSzPts val="1200"/>
              <a:buFont typeface="Roboto Condensed Light"/>
              <a:buAutoNum type="arabicPeriod"/>
              <a:defRPr/>
            </a:lvl7pPr>
            <a:lvl8pPr indent="-304800" lvl="7" marL="3657600" algn="l">
              <a:lnSpc>
                <a:spcPct val="115000"/>
              </a:lnSpc>
              <a:spcBef>
                <a:spcPts val="0"/>
              </a:spcBef>
              <a:spcAft>
                <a:spcPts val="0"/>
              </a:spcAft>
              <a:buSzPts val="1200"/>
              <a:buFont typeface="Roboto Condensed Light"/>
              <a:buAutoNum type="alphaLcPeriod"/>
              <a:defRPr/>
            </a:lvl8pPr>
            <a:lvl9pPr indent="-304800" lvl="8" marL="4114800" algn="l">
              <a:lnSpc>
                <a:spcPct val="115000"/>
              </a:lnSpc>
              <a:spcBef>
                <a:spcPts val="0"/>
              </a:spcBef>
              <a:spcAft>
                <a:spcPts val="0"/>
              </a:spcAft>
              <a:buSzPts val="1200"/>
              <a:buFont typeface="Roboto Condensed Light"/>
              <a:buAutoNum type="romanLcPerio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4" name="Shape 354"/>
        <p:cNvGrpSpPr/>
        <p:nvPr/>
      </p:nvGrpSpPr>
      <p:grpSpPr>
        <a:xfrm>
          <a:off x="0" y="0"/>
          <a:ext cx="0" cy="0"/>
          <a:chOff x="0" y="0"/>
          <a:chExt cx="0" cy="0"/>
        </a:xfrm>
      </p:grpSpPr>
      <p:sp>
        <p:nvSpPr>
          <p:cNvPr id="355" name="Google Shape;355;p30"/>
          <p:cNvSpPr/>
          <p:nvPr/>
        </p:nvSpPr>
        <p:spPr>
          <a:xfrm>
            <a:off x="-1111195" y="-26495"/>
            <a:ext cx="2478466" cy="868334"/>
          </a:xfrm>
          <a:custGeom>
            <a:rect b="b" l="l" r="r" t="t"/>
            <a:pathLst>
              <a:path extrusionOk="0" h="8873" w="25326">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30"/>
          <p:cNvSpPr/>
          <p:nvPr/>
        </p:nvSpPr>
        <p:spPr>
          <a:xfrm>
            <a:off x="-291151" y="3108926"/>
            <a:ext cx="2480612" cy="2208894"/>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30"/>
          <p:cNvSpPr/>
          <p:nvPr/>
        </p:nvSpPr>
        <p:spPr>
          <a:xfrm>
            <a:off x="7381398" y="3629600"/>
            <a:ext cx="2090160" cy="1860258"/>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30"/>
          <p:cNvSpPr/>
          <p:nvPr/>
        </p:nvSpPr>
        <p:spPr>
          <a:xfrm>
            <a:off x="7797205" y="539918"/>
            <a:ext cx="2620355" cy="916503"/>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59" name="Google Shape;359;p30"/>
          <p:cNvGrpSpPr/>
          <p:nvPr/>
        </p:nvGrpSpPr>
        <p:grpSpPr>
          <a:xfrm>
            <a:off x="781650" y="-244100"/>
            <a:ext cx="7580700" cy="1303550"/>
            <a:chOff x="781650" y="-244100"/>
            <a:chExt cx="7580700" cy="1303550"/>
          </a:xfrm>
        </p:grpSpPr>
        <p:sp>
          <p:nvSpPr>
            <p:cNvPr id="360" name="Google Shape;360;p30"/>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30"/>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30"/>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30"/>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4" name="Google Shape;364;p30"/>
          <p:cNvSpPr txBox="1"/>
          <p:nvPr>
            <p:ph idx="1" type="subTitle"/>
          </p:nvPr>
        </p:nvSpPr>
        <p:spPr>
          <a:xfrm>
            <a:off x="717537" y="2035409"/>
            <a:ext cx="3054300" cy="495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b="1" sz="2200">
                <a:solidFill>
                  <a:schemeClr val="accent1"/>
                </a:solidFill>
                <a:latin typeface="Limelight"/>
                <a:ea typeface="Limelight"/>
                <a:cs typeface="Limelight"/>
                <a:sym typeface="Limelight"/>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65" name="Google Shape;365;p30"/>
          <p:cNvSpPr txBox="1"/>
          <p:nvPr>
            <p:ph idx="2" type="subTitle"/>
          </p:nvPr>
        </p:nvSpPr>
        <p:spPr>
          <a:xfrm>
            <a:off x="5372163" y="3007811"/>
            <a:ext cx="3054300" cy="495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b="1" sz="2200">
                <a:solidFill>
                  <a:schemeClr val="lt2"/>
                </a:solidFill>
                <a:latin typeface="Limelight"/>
                <a:ea typeface="Limelight"/>
                <a:cs typeface="Limelight"/>
                <a:sym typeface="Limelight"/>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66" name="Google Shape;366;p30"/>
          <p:cNvSpPr txBox="1"/>
          <p:nvPr>
            <p:ph idx="3" type="subTitle"/>
          </p:nvPr>
        </p:nvSpPr>
        <p:spPr>
          <a:xfrm>
            <a:off x="717537" y="2465907"/>
            <a:ext cx="3054300" cy="111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367" name="Google Shape;367;p30"/>
          <p:cNvSpPr txBox="1"/>
          <p:nvPr>
            <p:ph idx="4" type="subTitle"/>
          </p:nvPr>
        </p:nvSpPr>
        <p:spPr>
          <a:xfrm>
            <a:off x="5372163" y="3439315"/>
            <a:ext cx="3054300" cy="111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368" name="Google Shape;368;p30"/>
          <p:cNvSpPr txBox="1"/>
          <p:nvPr>
            <p:ph type="title"/>
          </p:nvPr>
        </p:nvSpPr>
        <p:spPr>
          <a:xfrm>
            <a:off x="539400" y="445025"/>
            <a:ext cx="8065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solidFill>
                  <a:schemeClr val="dk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9" name="Shape 369"/>
        <p:cNvGrpSpPr/>
        <p:nvPr/>
      </p:nvGrpSpPr>
      <p:grpSpPr>
        <a:xfrm>
          <a:off x="0" y="0"/>
          <a:ext cx="0" cy="0"/>
          <a:chOff x="0" y="0"/>
          <a:chExt cx="0" cy="0"/>
        </a:xfrm>
      </p:grpSpPr>
      <p:sp>
        <p:nvSpPr>
          <p:cNvPr id="370" name="Google Shape;370;p31"/>
          <p:cNvSpPr/>
          <p:nvPr/>
        </p:nvSpPr>
        <p:spPr>
          <a:xfrm rot="5400000">
            <a:off x="-619114" y="-425187"/>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31"/>
          <p:cNvSpPr/>
          <p:nvPr/>
        </p:nvSpPr>
        <p:spPr>
          <a:xfrm>
            <a:off x="6869171" y="378250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31"/>
          <p:cNvSpPr/>
          <p:nvPr/>
        </p:nvSpPr>
        <p:spPr>
          <a:xfrm flipH="1">
            <a:off x="-752875" y="4143326"/>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31"/>
          <p:cNvSpPr/>
          <p:nvPr/>
        </p:nvSpPr>
        <p:spPr>
          <a:xfrm flipH="1" rot="10800000">
            <a:off x="7543221" y="-70557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74" name="Google Shape;374;p31"/>
          <p:cNvGrpSpPr/>
          <p:nvPr/>
        </p:nvGrpSpPr>
        <p:grpSpPr>
          <a:xfrm>
            <a:off x="781650" y="-244100"/>
            <a:ext cx="7580700" cy="1303550"/>
            <a:chOff x="781650" y="-244100"/>
            <a:chExt cx="7580700" cy="1303550"/>
          </a:xfrm>
        </p:grpSpPr>
        <p:sp>
          <p:nvSpPr>
            <p:cNvPr id="375" name="Google Shape;375;p31"/>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31"/>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31"/>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1"/>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9" name="Google Shape;379;p31"/>
          <p:cNvSpPr txBox="1"/>
          <p:nvPr>
            <p:ph type="title"/>
          </p:nvPr>
        </p:nvSpPr>
        <p:spPr>
          <a:xfrm>
            <a:off x="717525" y="445025"/>
            <a:ext cx="77088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80" name="Shape 380"/>
        <p:cNvGrpSpPr/>
        <p:nvPr/>
      </p:nvGrpSpPr>
      <p:grpSpPr>
        <a:xfrm>
          <a:off x="0" y="0"/>
          <a:ext cx="0" cy="0"/>
          <a:chOff x="0" y="0"/>
          <a:chExt cx="0" cy="0"/>
        </a:xfrm>
      </p:grpSpPr>
      <p:sp>
        <p:nvSpPr>
          <p:cNvPr id="381" name="Google Shape;381;p32"/>
          <p:cNvSpPr/>
          <p:nvPr/>
        </p:nvSpPr>
        <p:spPr>
          <a:xfrm>
            <a:off x="5786593" y="-210849"/>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2"/>
          <p:cNvSpPr/>
          <p:nvPr/>
        </p:nvSpPr>
        <p:spPr>
          <a:xfrm>
            <a:off x="-1" y="2933013"/>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2"/>
          <p:cNvSpPr/>
          <p:nvPr/>
        </p:nvSpPr>
        <p:spPr>
          <a:xfrm>
            <a:off x="6345121" y="2652484"/>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2"/>
          <p:cNvSpPr/>
          <p:nvPr/>
        </p:nvSpPr>
        <p:spPr>
          <a:xfrm flipH="1">
            <a:off x="-2420250" y="445013"/>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32"/>
          <p:cNvSpPr/>
          <p:nvPr/>
        </p:nvSpPr>
        <p:spPr>
          <a:xfrm>
            <a:off x="8510675" y="1672588"/>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86" name="Google Shape;386;p32"/>
          <p:cNvGrpSpPr/>
          <p:nvPr/>
        </p:nvGrpSpPr>
        <p:grpSpPr>
          <a:xfrm>
            <a:off x="781650" y="-244100"/>
            <a:ext cx="7580700" cy="1303550"/>
            <a:chOff x="781650" y="-244100"/>
            <a:chExt cx="7580700" cy="1303550"/>
          </a:xfrm>
        </p:grpSpPr>
        <p:sp>
          <p:nvSpPr>
            <p:cNvPr id="387" name="Google Shape;387;p32"/>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32"/>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32"/>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32"/>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1" name="Google Shape;391;p32"/>
          <p:cNvSpPr txBox="1"/>
          <p:nvPr>
            <p:ph type="title"/>
          </p:nvPr>
        </p:nvSpPr>
        <p:spPr>
          <a:xfrm>
            <a:off x="539500" y="408377"/>
            <a:ext cx="8064900" cy="643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solidFill>
                  <a:schemeClr val="dk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92" name="Google Shape;392;p32"/>
          <p:cNvSpPr txBox="1"/>
          <p:nvPr>
            <p:ph idx="1" type="body"/>
          </p:nvPr>
        </p:nvSpPr>
        <p:spPr>
          <a:xfrm>
            <a:off x="717525" y="1679150"/>
            <a:ext cx="7708800" cy="2395800"/>
          </a:xfrm>
          <a:prstGeom prst="rect">
            <a:avLst/>
          </a:prstGeom>
          <a:noFill/>
          <a:ln>
            <a:noFill/>
          </a:ln>
        </p:spPr>
        <p:txBody>
          <a:bodyPr anchorCtr="0" anchor="ctr" bIns="91425" lIns="91425" spcFirstLastPara="1" rIns="91425" wrap="square" tIns="91425">
            <a:noAutofit/>
          </a:bodyPr>
          <a:lstStyle>
            <a:lvl1pPr indent="-317500" lvl="0" marL="457200" algn="ctr">
              <a:lnSpc>
                <a:spcPct val="100000"/>
              </a:lnSpc>
              <a:spcBef>
                <a:spcPts val="1000"/>
              </a:spcBef>
              <a:spcAft>
                <a:spcPts val="0"/>
              </a:spcAft>
              <a:buClr>
                <a:srgbClr val="434343"/>
              </a:buClr>
              <a:buSzPts val="1400"/>
              <a:buChar char="●"/>
              <a:defRPr sz="1600"/>
            </a:lvl1pPr>
            <a:lvl2pPr indent="-323850" lvl="1" marL="914400" algn="l">
              <a:lnSpc>
                <a:spcPct val="115000"/>
              </a:lnSpc>
              <a:spcBef>
                <a:spcPts val="0"/>
              </a:spcBef>
              <a:spcAft>
                <a:spcPts val="0"/>
              </a:spcAft>
              <a:buClr>
                <a:srgbClr val="434343"/>
              </a:buClr>
              <a:buSzPts val="1500"/>
              <a:buChar char="○"/>
              <a:defRPr>
                <a:solidFill>
                  <a:srgbClr val="434343"/>
                </a:solidFill>
              </a:defRPr>
            </a:lvl2pPr>
            <a:lvl3pPr indent="-323850" lvl="2" marL="1371600" algn="l">
              <a:lnSpc>
                <a:spcPct val="115000"/>
              </a:lnSpc>
              <a:spcBef>
                <a:spcPts val="0"/>
              </a:spcBef>
              <a:spcAft>
                <a:spcPts val="0"/>
              </a:spcAft>
              <a:buClr>
                <a:srgbClr val="434343"/>
              </a:buClr>
              <a:buSzPts val="1500"/>
              <a:buChar char="■"/>
              <a:defRPr>
                <a:solidFill>
                  <a:srgbClr val="434343"/>
                </a:solidFill>
              </a:defRPr>
            </a:lvl3pPr>
            <a:lvl4pPr indent="-323850" lvl="3" marL="1828800" algn="l">
              <a:lnSpc>
                <a:spcPct val="115000"/>
              </a:lnSpc>
              <a:spcBef>
                <a:spcPts val="0"/>
              </a:spcBef>
              <a:spcAft>
                <a:spcPts val="0"/>
              </a:spcAft>
              <a:buClr>
                <a:srgbClr val="434343"/>
              </a:buClr>
              <a:buSzPts val="1500"/>
              <a:buChar char="●"/>
              <a:defRPr>
                <a:solidFill>
                  <a:srgbClr val="434343"/>
                </a:solidFill>
              </a:defRPr>
            </a:lvl4pPr>
            <a:lvl5pPr indent="-323850" lvl="4" marL="2286000" algn="l">
              <a:lnSpc>
                <a:spcPct val="115000"/>
              </a:lnSpc>
              <a:spcBef>
                <a:spcPts val="0"/>
              </a:spcBef>
              <a:spcAft>
                <a:spcPts val="0"/>
              </a:spcAft>
              <a:buClr>
                <a:srgbClr val="434343"/>
              </a:buClr>
              <a:buSzPts val="1500"/>
              <a:buChar char="○"/>
              <a:defRPr>
                <a:solidFill>
                  <a:srgbClr val="434343"/>
                </a:solidFill>
              </a:defRPr>
            </a:lvl5pPr>
            <a:lvl6pPr indent="-323850" lvl="5" marL="2743200" algn="l">
              <a:lnSpc>
                <a:spcPct val="115000"/>
              </a:lnSpc>
              <a:spcBef>
                <a:spcPts val="0"/>
              </a:spcBef>
              <a:spcAft>
                <a:spcPts val="0"/>
              </a:spcAft>
              <a:buClr>
                <a:srgbClr val="434343"/>
              </a:buClr>
              <a:buSzPts val="1500"/>
              <a:buChar char="■"/>
              <a:defRPr>
                <a:solidFill>
                  <a:srgbClr val="434343"/>
                </a:solidFill>
              </a:defRPr>
            </a:lvl6pPr>
            <a:lvl7pPr indent="-323850" lvl="6" marL="3200400" algn="l">
              <a:lnSpc>
                <a:spcPct val="115000"/>
              </a:lnSpc>
              <a:spcBef>
                <a:spcPts val="0"/>
              </a:spcBef>
              <a:spcAft>
                <a:spcPts val="0"/>
              </a:spcAft>
              <a:buClr>
                <a:srgbClr val="434343"/>
              </a:buClr>
              <a:buSzPts val="1500"/>
              <a:buChar char="●"/>
              <a:defRPr>
                <a:solidFill>
                  <a:srgbClr val="434343"/>
                </a:solidFill>
              </a:defRPr>
            </a:lvl7pPr>
            <a:lvl8pPr indent="-323850" lvl="7" marL="3657600" algn="l">
              <a:lnSpc>
                <a:spcPct val="115000"/>
              </a:lnSpc>
              <a:spcBef>
                <a:spcPts val="0"/>
              </a:spcBef>
              <a:spcAft>
                <a:spcPts val="0"/>
              </a:spcAft>
              <a:buClr>
                <a:srgbClr val="434343"/>
              </a:buClr>
              <a:buSzPts val="1500"/>
              <a:buChar char="○"/>
              <a:defRPr>
                <a:solidFill>
                  <a:srgbClr val="434343"/>
                </a:solidFill>
              </a:defRPr>
            </a:lvl8pPr>
            <a:lvl9pPr indent="-323850" lvl="8" marL="4114800" algn="l">
              <a:lnSpc>
                <a:spcPct val="115000"/>
              </a:lnSpc>
              <a:spcBef>
                <a:spcPts val="0"/>
              </a:spcBef>
              <a:spcAft>
                <a:spcPts val="0"/>
              </a:spcAft>
              <a:buClr>
                <a:srgbClr val="434343"/>
              </a:buClr>
              <a:buSzPts val="1500"/>
              <a:buChar char="■"/>
              <a:defRPr>
                <a:solidFill>
                  <a:srgbClr val="434343"/>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3" name="Shape 393"/>
        <p:cNvGrpSpPr/>
        <p:nvPr/>
      </p:nvGrpSpPr>
      <p:grpSpPr>
        <a:xfrm>
          <a:off x="0" y="0"/>
          <a:ext cx="0" cy="0"/>
          <a:chOff x="0" y="0"/>
          <a:chExt cx="0" cy="0"/>
        </a:xfrm>
      </p:grpSpPr>
      <p:sp>
        <p:nvSpPr>
          <p:cNvPr id="394" name="Google Shape;394;p33"/>
          <p:cNvSpPr/>
          <p:nvPr/>
        </p:nvSpPr>
        <p:spPr>
          <a:xfrm>
            <a:off x="-7104" y="2063079"/>
            <a:ext cx="3511946" cy="3127259"/>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33"/>
          <p:cNvSpPr/>
          <p:nvPr/>
        </p:nvSpPr>
        <p:spPr>
          <a:xfrm>
            <a:off x="7455403" y="4093211"/>
            <a:ext cx="1688587" cy="150285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33"/>
          <p:cNvSpPr/>
          <p:nvPr/>
        </p:nvSpPr>
        <p:spPr>
          <a:xfrm>
            <a:off x="-427937" y="386478"/>
            <a:ext cx="1449280" cy="507757"/>
          </a:xfrm>
          <a:custGeom>
            <a:rect b="b" l="l" r="r" t="t"/>
            <a:pathLst>
              <a:path extrusionOk="0" h="8873" w="25326">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33"/>
          <p:cNvSpPr/>
          <p:nvPr/>
        </p:nvSpPr>
        <p:spPr>
          <a:xfrm>
            <a:off x="4303950" y="213825"/>
            <a:ext cx="1675992" cy="234393"/>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33"/>
          <p:cNvSpPr/>
          <p:nvPr/>
        </p:nvSpPr>
        <p:spPr>
          <a:xfrm>
            <a:off x="6765687" y="1600675"/>
            <a:ext cx="3068026" cy="1073082"/>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9" name="Google Shape;399;p33"/>
          <p:cNvGrpSpPr/>
          <p:nvPr/>
        </p:nvGrpSpPr>
        <p:grpSpPr>
          <a:xfrm>
            <a:off x="1008300" y="789000"/>
            <a:ext cx="7127400" cy="4358281"/>
            <a:chOff x="1008300" y="789000"/>
            <a:chExt cx="7127400" cy="4358281"/>
          </a:xfrm>
        </p:grpSpPr>
        <p:grpSp>
          <p:nvGrpSpPr>
            <p:cNvPr id="400" name="Google Shape;400;p33"/>
            <p:cNvGrpSpPr/>
            <p:nvPr/>
          </p:nvGrpSpPr>
          <p:grpSpPr>
            <a:xfrm>
              <a:off x="3360825" y="2114881"/>
              <a:ext cx="2468875" cy="3032400"/>
              <a:chOff x="3371200" y="2114881"/>
              <a:chExt cx="2468875" cy="3032400"/>
            </a:xfrm>
          </p:grpSpPr>
          <p:sp>
            <p:nvSpPr>
              <p:cNvPr id="401" name="Google Shape;401;p33"/>
              <p:cNvSpPr/>
              <p:nvPr/>
            </p:nvSpPr>
            <p:spPr>
              <a:xfrm>
                <a:off x="3371200" y="2114881"/>
                <a:ext cx="74400" cy="3032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33"/>
              <p:cNvSpPr/>
              <p:nvPr/>
            </p:nvSpPr>
            <p:spPr>
              <a:xfrm>
                <a:off x="5765675" y="2114881"/>
                <a:ext cx="74400" cy="3032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3" name="Google Shape;403;p33"/>
            <p:cNvGrpSpPr/>
            <p:nvPr/>
          </p:nvGrpSpPr>
          <p:grpSpPr>
            <a:xfrm>
              <a:off x="1008300" y="789000"/>
              <a:ext cx="7127400" cy="3565500"/>
              <a:chOff x="1008325" y="958550"/>
              <a:chExt cx="7127400" cy="3565500"/>
            </a:xfrm>
          </p:grpSpPr>
          <p:sp>
            <p:nvSpPr>
              <p:cNvPr id="404" name="Google Shape;404;p33"/>
              <p:cNvSpPr/>
              <p:nvPr/>
            </p:nvSpPr>
            <p:spPr>
              <a:xfrm>
                <a:off x="1008325" y="958550"/>
                <a:ext cx="7127400" cy="3565500"/>
              </a:xfrm>
              <a:prstGeom prst="roundRect">
                <a:avLst>
                  <a:gd fmla="val 7713"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33"/>
              <p:cNvSpPr/>
              <p:nvPr/>
            </p:nvSpPr>
            <p:spPr>
              <a:xfrm>
                <a:off x="1121125" y="1069700"/>
                <a:ext cx="6901800" cy="3343200"/>
              </a:xfrm>
              <a:prstGeom prst="roundRect">
                <a:avLst>
                  <a:gd fmla="val 7713"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06" name="Google Shape;406;p33"/>
          <p:cNvSpPr txBox="1"/>
          <p:nvPr>
            <p:ph type="title"/>
          </p:nvPr>
        </p:nvSpPr>
        <p:spPr>
          <a:xfrm>
            <a:off x="1136475" y="894225"/>
            <a:ext cx="6870900" cy="3295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72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07" name="Shape 407"/>
        <p:cNvGrpSpPr/>
        <p:nvPr/>
      </p:nvGrpSpPr>
      <p:grpSpPr>
        <a:xfrm>
          <a:off x="0" y="0"/>
          <a:ext cx="0" cy="0"/>
          <a:chOff x="0" y="0"/>
          <a:chExt cx="0" cy="0"/>
        </a:xfrm>
      </p:grpSpPr>
      <p:sp>
        <p:nvSpPr>
          <p:cNvPr id="408" name="Google Shape;408;p34"/>
          <p:cNvSpPr/>
          <p:nvPr/>
        </p:nvSpPr>
        <p:spPr>
          <a:xfrm>
            <a:off x="-1" y="2933026"/>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34"/>
          <p:cNvSpPr/>
          <p:nvPr/>
        </p:nvSpPr>
        <p:spPr>
          <a:xfrm>
            <a:off x="6345121" y="266605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34"/>
          <p:cNvSpPr/>
          <p:nvPr/>
        </p:nvSpPr>
        <p:spPr>
          <a:xfrm>
            <a:off x="6152905" y="-383574"/>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34"/>
          <p:cNvSpPr/>
          <p:nvPr/>
        </p:nvSpPr>
        <p:spPr>
          <a:xfrm flipH="1">
            <a:off x="-2246275" y="382013"/>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2" name="Google Shape;412;p34"/>
          <p:cNvGrpSpPr/>
          <p:nvPr/>
        </p:nvGrpSpPr>
        <p:grpSpPr>
          <a:xfrm>
            <a:off x="2027250" y="1454410"/>
            <a:ext cx="5089500" cy="1030678"/>
            <a:chOff x="3097375" y="3240075"/>
            <a:chExt cx="5089500" cy="1370400"/>
          </a:xfrm>
        </p:grpSpPr>
        <p:sp>
          <p:nvSpPr>
            <p:cNvPr id="413" name="Google Shape;413;p34"/>
            <p:cNvSpPr/>
            <p:nvPr/>
          </p:nvSpPr>
          <p:spPr>
            <a:xfrm>
              <a:off x="3097375" y="3240075"/>
              <a:ext cx="5089500" cy="1370400"/>
            </a:xfrm>
            <a:prstGeom prst="roundRect">
              <a:avLst>
                <a:gd fmla="val 7713"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34"/>
            <p:cNvSpPr/>
            <p:nvPr/>
          </p:nvSpPr>
          <p:spPr>
            <a:xfrm>
              <a:off x="3177925" y="3327286"/>
              <a:ext cx="4928400" cy="1195800"/>
            </a:xfrm>
            <a:prstGeom prst="roundRect">
              <a:avLst>
                <a:gd fmla="val 7713"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5" name="Google Shape;415;p34"/>
          <p:cNvSpPr txBox="1"/>
          <p:nvPr>
            <p:ph type="title"/>
          </p:nvPr>
        </p:nvSpPr>
        <p:spPr>
          <a:xfrm>
            <a:off x="2572500" y="1632549"/>
            <a:ext cx="3999000" cy="67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16" name="Google Shape;416;p34"/>
          <p:cNvSpPr txBox="1"/>
          <p:nvPr>
            <p:ph idx="1" type="subTitle"/>
          </p:nvPr>
        </p:nvSpPr>
        <p:spPr>
          <a:xfrm>
            <a:off x="2027250" y="2508249"/>
            <a:ext cx="5089500" cy="1227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sz="1600">
                <a:solidFill>
                  <a:schemeClr val="dk1"/>
                </a:solidFill>
              </a:defRPr>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17" name="Shape 417"/>
        <p:cNvGrpSpPr/>
        <p:nvPr/>
      </p:nvGrpSpPr>
      <p:grpSpPr>
        <a:xfrm>
          <a:off x="0" y="0"/>
          <a:ext cx="0" cy="0"/>
          <a:chOff x="0" y="0"/>
          <a:chExt cx="0" cy="0"/>
        </a:xfrm>
      </p:grpSpPr>
      <p:sp>
        <p:nvSpPr>
          <p:cNvPr id="418" name="Google Shape;418;p35"/>
          <p:cNvSpPr/>
          <p:nvPr/>
        </p:nvSpPr>
        <p:spPr>
          <a:xfrm>
            <a:off x="6474020" y="2752725"/>
            <a:ext cx="3142929" cy="2797175"/>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9" name="Google Shape;419;p35"/>
          <p:cNvGrpSpPr/>
          <p:nvPr/>
        </p:nvGrpSpPr>
        <p:grpSpPr>
          <a:xfrm>
            <a:off x="3336975" y="3189325"/>
            <a:ext cx="5089500" cy="1370400"/>
            <a:chOff x="3097375" y="3240075"/>
            <a:chExt cx="5089500" cy="1370400"/>
          </a:xfrm>
        </p:grpSpPr>
        <p:sp>
          <p:nvSpPr>
            <p:cNvPr id="420" name="Google Shape;420;p35"/>
            <p:cNvSpPr/>
            <p:nvPr/>
          </p:nvSpPr>
          <p:spPr>
            <a:xfrm>
              <a:off x="3097375" y="3240075"/>
              <a:ext cx="5089500" cy="1370400"/>
            </a:xfrm>
            <a:prstGeom prst="roundRect">
              <a:avLst>
                <a:gd fmla="val 7713"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35"/>
            <p:cNvSpPr/>
            <p:nvPr/>
          </p:nvSpPr>
          <p:spPr>
            <a:xfrm>
              <a:off x="3177925" y="3327286"/>
              <a:ext cx="4928400" cy="1195800"/>
            </a:xfrm>
            <a:prstGeom prst="roundRect">
              <a:avLst>
                <a:gd fmla="val 7713"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2" name="Google Shape;422;p35"/>
          <p:cNvSpPr/>
          <p:nvPr/>
        </p:nvSpPr>
        <p:spPr>
          <a:xfrm>
            <a:off x="-991727" y="3240068"/>
            <a:ext cx="2963981" cy="2639316"/>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35"/>
          <p:cNvSpPr/>
          <p:nvPr/>
        </p:nvSpPr>
        <p:spPr>
          <a:xfrm>
            <a:off x="6409296" y="120826"/>
            <a:ext cx="3615293" cy="1264496"/>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35"/>
          <p:cNvSpPr/>
          <p:nvPr/>
        </p:nvSpPr>
        <p:spPr>
          <a:xfrm flipH="1">
            <a:off x="-1676795" y="-233703"/>
            <a:ext cx="2620355" cy="916503"/>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35"/>
          <p:cNvSpPr txBox="1"/>
          <p:nvPr>
            <p:ph type="title"/>
          </p:nvPr>
        </p:nvSpPr>
        <p:spPr>
          <a:xfrm flipH="1">
            <a:off x="3713600" y="3363425"/>
            <a:ext cx="4336500" cy="1026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26" name="Shape 426"/>
        <p:cNvGrpSpPr/>
        <p:nvPr/>
      </p:nvGrpSpPr>
      <p:grpSpPr>
        <a:xfrm>
          <a:off x="0" y="0"/>
          <a:ext cx="0" cy="0"/>
          <a:chOff x="0" y="0"/>
          <a:chExt cx="0" cy="0"/>
        </a:xfrm>
      </p:grpSpPr>
      <p:sp>
        <p:nvSpPr>
          <p:cNvPr id="427" name="Google Shape;427;p36"/>
          <p:cNvSpPr/>
          <p:nvPr/>
        </p:nvSpPr>
        <p:spPr>
          <a:xfrm flipH="1">
            <a:off x="0" y="-209874"/>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8" name="Google Shape;428;p36"/>
          <p:cNvGrpSpPr/>
          <p:nvPr/>
        </p:nvGrpSpPr>
        <p:grpSpPr>
          <a:xfrm>
            <a:off x="1158600" y="987301"/>
            <a:ext cx="6826800" cy="4159980"/>
            <a:chOff x="1168975" y="987301"/>
            <a:chExt cx="6826800" cy="4159980"/>
          </a:xfrm>
        </p:grpSpPr>
        <p:sp>
          <p:nvSpPr>
            <p:cNvPr id="429" name="Google Shape;429;p36"/>
            <p:cNvSpPr/>
            <p:nvPr/>
          </p:nvSpPr>
          <p:spPr>
            <a:xfrm>
              <a:off x="3371200" y="2114881"/>
              <a:ext cx="74400" cy="3032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36"/>
            <p:cNvSpPr/>
            <p:nvPr/>
          </p:nvSpPr>
          <p:spPr>
            <a:xfrm>
              <a:off x="5765675" y="2114881"/>
              <a:ext cx="74400" cy="3032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36"/>
            <p:cNvSpPr/>
            <p:nvPr/>
          </p:nvSpPr>
          <p:spPr>
            <a:xfrm>
              <a:off x="1168975" y="987301"/>
              <a:ext cx="6826800" cy="2259900"/>
            </a:xfrm>
            <a:prstGeom prst="roundRect">
              <a:avLst>
                <a:gd fmla="val 7713"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36"/>
            <p:cNvSpPr/>
            <p:nvPr/>
          </p:nvSpPr>
          <p:spPr>
            <a:xfrm>
              <a:off x="1272906" y="1093846"/>
              <a:ext cx="6610800" cy="2041500"/>
            </a:xfrm>
            <a:prstGeom prst="roundRect">
              <a:avLst>
                <a:gd fmla="val 7713"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33" name="Google Shape;433;p36"/>
          <p:cNvSpPr/>
          <p:nvPr/>
        </p:nvSpPr>
        <p:spPr>
          <a:xfrm>
            <a:off x="5228055" y="3805201"/>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36"/>
          <p:cNvSpPr/>
          <p:nvPr/>
        </p:nvSpPr>
        <p:spPr>
          <a:xfrm rot="10800000">
            <a:off x="6661661" y="1"/>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36"/>
          <p:cNvSpPr/>
          <p:nvPr/>
        </p:nvSpPr>
        <p:spPr>
          <a:xfrm flipH="1">
            <a:off x="-4" y="290715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36"/>
          <p:cNvSpPr/>
          <p:nvPr/>
        </p:nvSpPr>
        <p:spPr>
          <a:xfrm>
            <a:off x="6815500" y="3398788"/>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36"/>
          <p:cNvSpPr/>
          <p:nvPr/>
        </p:nvSpPr>
        <p:spPr>
          <a:xfrm>
            <a:off x="-276275" y="1804638"/>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36"/>
          <p:cNvSpPr txBox="1"/>
          <p:nvPr>
            <p:ph type="title"/>
          </p:nvPr>
        </p:nvSpPr>
        <p:spPr>
          <a:xfrm>
            <a:off x="1554150" y="1448906"/>
            <a:ext cx="6035700" cy="889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9600"/>
              <a:buNone/>
              <a:defRPr sz="55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p:txBody>
      </p:sp>
      <p:sp>
        <p:nvSpPr>
          <p:cNvPr id="439" name="Google Shape;439;p36"/>
          <p:cNvSpPr txBox="1"/>
          <p:nvPr>
            <p:ph idx="1" type="subTitle"/>
          </p:nvPr>
        </p:nvSpPr>
        <p:spPr>
          <a:xfrm>
            <a:off x="1929900" y="2338320"/>
            <a:ext cx="5284200" cy="42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solidFill>
                  <a:schemeClr val="lt1"/>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40" name="Shape 440"/>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able of contents">
    <p:spTree>
      <p:nvGrpSpPr>
        <p:cNvPr id="441" name="Shape 441"/>
        <p:cNvGrpSpPr/>
        <p:nvPr/>
      </p:nvGrpSpPr>
      <p:grpSpPr>
        <a:xfrm>
          <a:off x="0" y="0"/>
          <a:ext cx="0" cy="0"/>
          <a:chOff x="0" y="0"/>
          <a:chExt cx="0" cy="0"/>
        </a:xfrm>
      </p:grpSpPr>
      <p:sp>
        <p:nvSpPr>
          <p:cNvPr id="442" name="Google Shape;442;p38"/>
          <p:cNvSpPr/>
          <p:nvPr/>
        </p:nvSpPr>
        <p:spPr>
          <a:xfrm>
            <a:off x="3828200" y="4924738"/>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38"/>
          <p:cNvSpPr/>
          <p:nvPr/>
        </p:nvSpPr>
        <p:spPr>
          <a:xfrm>
            <a:off x="-342700" y="3767763"/>
            <a:ext cx="1760006" cy="1567221"/>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38"/>
          <p:cNvSpPr/>
          <p:nvPr/>
        </p:nvSpPr>
        <p:spPr>
          <a:xfrm>
            <a:off x="7701850" y="3906450"/>
            <a:ext cx="1449258" cy="1289851"/>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38"/>
          <p:cNvSpPr/>
          <p:nvPr/>
        </p:nvSpPr>
        <p:spPr>
          <a:xfrm>
            <a:off x="6523655" y="445022"/>
            <a:ext cx="2620355" cy="916503"/>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38"/>
          <p:cNvSpPr/>
          <p:nvPr/>
        </p:nvSpPr>
        <p:spPr>
          <a:xfrm flipH="1">
            <a:off x="-772870" y="-134178"/>
            <a:ext cx="2620355" cy="916503"/>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7" name="Google Shape;447;p38"/>
          <p:cNvGrpSpPr/>
          <p:nvPr/>
        </p:nvGrpSpPr>
        <p:grpSpPr>
          <a:xfrm>
            <a:off x="781650" y="-244100"/>
            <a:ext cx="7580700" cy="1303550"/>
            <a:chOff x="781650" y="-244100"/>
            <a:chExt cx="7580700" cy="1303550"/>
          </a:xfrm>
        </p:grpSpPr>
        <p:sp>
          <p:nvSpPr>
            <p:cNvPr id="448" name="Google Shape;448;p38"/>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38"/>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38"/>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38"/>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2" name="Google Shape;452;p38"/>
          <p:cNvSpPr txBox="1"/>
          <p:nvPr>
            <p:ph type="title"/>
          </p:nvPr>
        </p:nvSpPr>
        <p:spPr>
          <a:xfrm>
            <a:off x="715444" y="1748505"/>
            <a:ext cx="3595200" cy="41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solidFill>
                  <a:schemeClr val="accent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53" name="Google Shape;453;p38"/>
          <p:cNvSpPr txBox="1"/>
          <p:nvPr>
            <p:ph idx="2" type="title"/>
          </p:nvPr>
        </p:nvSpPr>
        <p:spPr>
          <a:xfrm>
            <a:off x="715444" y="1320359"/>
            <a:ext cx="931800" cy="41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54" name="Google Shape;454;p38"/>
          <p:cNvSpPr txBox="1"/>
          <p:nvPr>
            <p:ph idx="1" type="subTitle"/>
          </p:nvPr>
        </p:nvSpPr>
        <p:spPr>
          <a:xfrm>
            <a:off x="715444" y="2191624"/>
            <a:ext cx="3595200" cy="55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solidFill>
                  <a:schemeClr val="accent4"/>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455" name="Google Shape;455;p38"/>
          <p:cNvSpPr txBox="1"/>
          <p:nvPr>
            <p:ph idx="3" type="title"/>
          </p:nvPr>
        </p:nvSpPr>
        <p:spPr>
          <a:xfrm>
            <a:off x="715444" y="3538102"/>
            <a:ext cx="3595200" cy="41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solidFill>
                  <a:schemeClr val="accent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56" name="Google Shape;456;p38"/>
          <p:cNvSpPr txBox="1"/>
          <p:nvPr>
            <p:ph idx="4" type="title"/>
          </p:nvPr>
        </p:nvSpPr>
        <p:spPr>
          <a:xfrm>
            <a:off x="715444" y="3121220"/>
            <a:ext cx="931800" cy="41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57" name="Google Shape;457;p38"/>
          <p:cNvSpPr txBox="1"/>
          <p:nvPr>
            <p:ph idx="5" type="subTitle"/>
          </p:nvPr>
        </p:nvSpPr>
        <p:spPr>
          <a:xfrm>
            <a:off x="715444" y="3966704"/>
            <a:ext cx="3595200" cy="572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solidFill>
                  <a:schemeClr val="accent4"/>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458" name="Google Shape;458;p38"/>
          <p:cNvSpPr txBox="1"/>
          <p:nvPr>
            <p:ph idx="6" type="title"/>
          </p:nvPr>
        </p:nvSpPr>
        <p:spPr>
          <a:xfrm>
            <a:off x="4823984" y="1748505"/>
            <a:ext cx="3595200" cy="41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solidFill>
                  <a:schemeClr val="accent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59" name="Google Shape;459;p38"/>
          <p:cNvSpPr txBox="1"/>
          <p:nvPr>
            <p:ph idx="7" type="title"/>
          </p:nvPr>
        </p:nvSpPr>
        <p:spPr>
          <a:xfrm>
            <a:off x="4823984" y="1337894"/>
            <a:ext cx="931800" cy="41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60" name="Google Shape;460;p38"/>
          <p:cNvSpPr txBox="1"/>
          <p:nvPr>
            <p:ph idx="8" type="subTitle"/>
          </p:nvPr>
        </p:nvSpPr>
        <p:spPr>
          <a:xfrm>
            <a:off x="4823981" y="2191624"/>
            <a:ext cx="3595200" cy="55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solidFill>
                  <a:schemeClr val="accent4"/>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461" name="Google Shape;461;p38"/>
          <p:cNvSpPr txBox="1"/>
          <p:nvPr>
            <p:ph idx="9" type="title"/>
          </p:nvPr>
        </p:nvSpPr>
        <p:spPr>
          <a:xfrm>
            <a:off x="4823984" y="3538102"/>
            <a:ext cx="3595200" cy="41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200">
                <a:solidFill>
                  <a:schemeClr val="accent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62" name="Google Shape;462;p38"/>
          <p:cNvSpPr txBox="1"/>
          <p:nvPr>
            <p:ph idx="13" type="title"/>
          </p:nvPr>
        </p:nvSpPr>
        <p:spPr>
          <a:xfrm>
            <a:off x="4823984" y="3118138"/>
            <a:ext cx="931800" cy="415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solidFill>
                  <a:schemeClr val="accent1"/>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463" name="Google Shape;463;p38"/>
          <p:cNvSpPr txBox="1"/>
          <p:nvPr>
            <p:ph idx="14" type="subTitle"/>
          </p:nvPr>
        </p:nvSpPr>
        <p:spPr>
          <a:xfrm>
            <a:off x="4823981" y="3966704"/>
            <a:ext cx="3595200" cy="572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600">
                <a:solidFill>
                  <a:schemeClr val="accent4"/>
                </a:solidFill>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464" name="Google Shape;464;p38"/>
          <p:cNvSpPr txBox="1"/>
          <p:nvPr>
            <p:ph idx="15" type="title"/>
          </p:nvPr>
        </p:nvSpPr>
        <p:spPr>
          <a:xfrm>
            <a:off x="539400" y="445025"/>
            <a:ext cx="8065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solidFill>
                  <a:schemeClr val="accent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 1">
    <p:spTree>
      <p:nvGrpSpPr>
        <p:cNvPr id="465" name="Shape 465"/>
        <p:cNvGrpSpPr/>
        <p:nvPr/>
      </p:nvGrpSpPr>
      <p:grpSpPr>
        <a:xfrm>
          <a:off x="0" y="0"/>
          <a:ext cx="0" cy="0"/>
          <a:chOff x="0" y="0"/>
          <a:chExt cx="0" cy="0"/>
        </a:xfrm>
      </p:grpSpPr>
      <p:sp>
        <p:nvSpPr>
          <p:cNvPr id="466" name="Google Shape;466;p39"/>
          <p:cNvSpPr/>
          <p:nvPr/>
        </p:nvSpPr>
        <p:spPr>
          <a:xfrm>
            <a:off x="5891205" y="-351924"/>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39"/>
          <p:cNvSpPr/>
          <p:nvPr/>
        </p:nvSpPr>
        <p:spPr>
          <a:xfrm>
            <a:off x="-702464" y="3805188"/>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39"/>
          <p:cNvSpPr/>
          <p:nvPr/>
        </p:nvSpPr>
        <p:spPr>
          <a:xfrm>
            <a:off x="7081596" y="3423334"/>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39"/>
          <p:cNvSpPr/>
          <p:nvPr/>
        </p:nvSpPr>
        <p:spPr>
          <a:xfrm flipH="1">
            <a:off x="-1216200" y="-73874"/>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0" name="Google Shape;470;p39"/>
          <p:cNvGrpSpPr/>
          <p:nvPr/>
        </p:nvGrpSpPr>
        <p:grpSpPr>
          <a:xfrm>
            <a:off x="781650" y="-244100"/>
            <a:ext cx="7580700" cy="1303550"/>
            <a:chOff x="781650" y="-244100"/>
            <a:chExt cx="7580700" cy="1303550"/>
          </a:xfrm>
        </p:grpSpPr>
        <p:sp>
          <p:nvSpPr>
            <p:cNvPr id="471" name="Google Shape;471;p39"/>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39"/>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39"/>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39"/>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5" name="Google Shape;475;p39"/>
          <p:cNvSpPr txBox="1"/>
          <p:nvPr>
            <p:ph type="title"/>
          </p:nvPr>
        </p:nvSpPr>
        <p:spPr>
          <a:xfrm>
            <a:off x="539400" y="445025"/>
            <a:ext cx="8065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76" name="Google Shape;476;p39"/>
          <p:cNvSpPr/>
          <p:nvPr/>
        </p:nvSpPr>
        <p:spPr>
          <a:xfrm>
            <a:off x="8510675" y="1672588"/>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 only 2">
    <p:spTree>
      <p:nvGrpSpPr>
        <p:cNvPr id="477" name="Shape 477"/>
        <p:cNvGrpSpPr/>
        <p:nvPr/>
      </p:nvGrpSpPr>
      <p:grpSpPr>
        <a:xfrm>
          <a:off x="0" y="0"/>
          <a:ext cx="0" cy="0"/>
          <a:chOff x="0" y="0"/>
          <a:chExt cx="0" cy="0"/>
        </a:xfrm>
      </p:grpSpPr>
      <p:sp>
        <p:nvSpPr>
          <p:cNvPr id="478" name="Google Shape;478;p40"/>
          <p:cNvSpPr/>
          <p:nvPr/>
        </p:nvSpPr>
        <p:spPr>
          <a:xfrm>
            <a:off x="6934805" y="445026"/>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40"/>
          <p:cNvSpPr/>
          <p:nvPr/>
        </p:nvSpPr>
        <p:spPr>
          <a:xfrm>
            <a:off x="-702464" y="3805188"/>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40"/>
          <p:cNvSpPr/>
          <p:nvPr/>
        </p:nvSpPr>
        <p:spPr>
          <a:xfrm>
            <a:off x="7268646" y="345880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40"/>
          <p:cNvSpPr/>
          <p:nvPr/>
        </p:nvSpPr>
        <p:spPr>
          <a:xfrm flipH="1">
            <a:off x="-1216200" y="-56149"/>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40"/>
          <p:cNvSpPr/>
          <p:nvPr/>
        </p:nvSpPr>
        <p:spPr>
          <a:xfrm>
            <a:off x="3530463" y="4827913"/>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3" name="Google Shape;483;p40"/>
          <p:cNvGrpSpPr/>
          <p:nvPr/>
        </p:nvGrpSpPr>
        <p:grpSpPr>
          <a:xfrm>
            <a:off x="781650" y="-244100"/>
            <a:ext cx="7580700" cy="1303550"/>
            <a:chOff x="781650" y="-244100"/>
            <a:chExt cx="7580700" cy="1303550"/>
          </a:xfrm>
        </p:grpSpPr>
        <p:sp>
          <p:nvSpPr>
            <p:cNvPr id="484" name="Google Shape;484;p40"/>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40"/>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40"/>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40"/>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88" name="Google Shape;488;p40"/>
          <p:cNvSpPr txBox="1"/>
          <p:nvPr>
            <p:ph type="title"/>
          </p:nvPr>
        </p:nvSpPr>
        <p:spPr>
          <a:xfrm>
            <a:off x="539400" y="445025"/>
            <a:ext cx="8065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5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 only 3">
    <p:spTree>
      <p:nvGrpSpPr>
        <p:cNvPr id="489" name="Shape 489"/>
        <p:cNvGrpSpPr/>
        <p:nvPr/>
      </p:nvGrpSpPr>
      <p:grpSpPr>
        <a:xfrm>
          <a:off x="0" y="0"/>
          <a:ext cx="0" cy="0"/>
          <a:chOff x="0" y="0"/>
          <a:chExt cx="0" cy="0"/>
        </a:xfrm>
      </p:grpSpPr>
      <p:sp>
        <p:nvSpPr>
          <p:cNvPr id="490" name="Google Shape;490;p41"/>
          <p:cNvSpPr/>
          <p:nvPr/>
        </p:nvSpPr>
        <p:spPr>
          <a:xfrm>
            <a:off x="-1111195" y="-26495"/>
            <a:ext cx="2478466" cy="868334"/>
          </a:xfrm>
          <a:custGeom>
            <a:rect b="b" l="l" r="r" t="t"/>
            <a:pathLst>
              <a:path extrusionOk="0" h="8873" w="25326">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41"/>
          <p:cNvSpPr/>
          <p:nvPr/>
        </p:nvSpPr>
        <p:spPr>
          <a:xfrm>
            <a:off x="-1427076" y="2934601"/>
            <a:ext cx="2480612" cy="2208894"/>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41"/>
          <p:cNvSpPr/>
          <p:nvPr/>
        </p:nvSpPr>
        <p:spPr>
          <a:xfrm>
            <a:off x="7938573" y="3481700"/>
            <a:ext cx="2090160" cy="1860258"/>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41"/>
          <p:cNvSpPr/>
          <p:nvPr/>
        </p:nvSpPr>
        <p:spPr>
          <a:xfrm>
            <a:off x="7002280" y="-184857"/>
            <a:ext cx="2620355" cy="916503"/>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4" name="Google Shape;494;p41"/>
          <p:cNvGrpSpPr/>
          <p:nvPr/>
        </p:nvGrpSpPr>
        <p:grpSpPr>
          <a:xfrm>
            <a:off x="781650" y="-244100"/>
            <a:ext cx="7580700" cy="1303550"/>
            <a:chOff x="781650" y="-244100"/>
            <a:chExt cx="7580700" cy="1303550"/>
          </a:xfrm>
        </p:grpSpPr>
        <p:sp>
          <p:nvSpPr>
            <p:cNvPr id="495" name="Google Shape;495;p41"/>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41"/>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41"/>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41"/>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9" name="Google Shape;499;p41"/>
          <p:cNvSpPr txBox="1"/>
          <p:nvPr>
            <p:ph type="title"/>
          </p:nvPr>
        </p:nvSpPr>
        <p:spPr>
          <a:xfrm>
            <a:off x="717613" y="433350"/>
            <a:ext cx="77088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solidFill>
                  <a:schemeClr val="dk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500" name="Shape 500"/>
        <p:cNvGrpSpPr/>
        <p:nvPr/>
      </p:nvGrpSpPr>
      <p:grpSpPr>
        <a:xfrm>
          <a:off x="0" y="0"/>
          <a:ext cx="0" cy="0"/>
          <a:chOff x="0" y="0"/>
          <a:chExt cx="0" cy="0"/>
        </a:xfrm>
      </p:grpSpPr>
      <p:sp>
        <p:nvSpPr>
          <p:cNvPr id="501" name="Google Shape;501;p42"/>
          <p:cNvSpPr/>
          <p:nvPr/>
        </p:nvSpPr>
        <p:spPr>
          <a:xfrm>
            <a:off x="-7191" y="2946291"/>
            <a:ext cx="2480612" cy="2208894"/>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42"/>
          <p:cNvSpPr/>
          <p:nvPr/>
        </p:nvSpPr>
        <p:spPr>
          <a:xfrm>
            <a:off x="7053848" y="3294926"/>
            <a:ext cx="2090160" cy="1860258"/>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42"/>
          <p:cNvSpPr/>
          <p:nvPr/>
        </p:nvSpPr>
        <p:spPr>
          <a:xfrm>
            <a:off x="6535345" y="598368"/>
            <a:ext cx="2620355" cy="916503"/>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42"/>
          <p:cNvSpPr/>
          <p:nvPr/>
        </p:nvSpPr>
        <p:spPr>
          <a:xfrm>
            <a:off x="-7189" y="303918"/>
            <a:ext cx="2724634" cy="954602"/>
          </a:xfrm>
          <a:custGeom>
            <a:rect b="b" l="l" r="r" t="t"/>
            <a:pathLst>
              <a:path extrusionOk="0" h="8873" w="25326">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42"/>
          <p:cNvSpPr txBox="1"/>
          <p:nvPr>
            <p:ph type="title"/>
          </p:nvPr>
        </p:nvSpPr>
        <p:spPr>
          <a:xfrm>
            <a:off x="3036750" y="2931891"/>
            <a:ext cx="3070500" cy="35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2200">
                <a:solidFill>
                  <a:schemeClr val="dk1"/>
                </a:solidFill>
              </a:defRPr>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506" name="Google Shape;506;p42"/>
          <p:cNvSpPr txBox="1"/>
          <p:nvPr>
            <p:ph idx="1" type="subTitle"/>
          </p:nvPr>
        </p:nvSpPr>
        <p:spPr>
          <a:xfrm>
            <a:off x="2298450" y="1809789"/>
            <a:ext cx="4547100" cy="1143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0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 and text 1">
    <p:spTree>
      <p:nvGrpSpPr>
        <p:cNvPr id="507" name="Shape 507"/>
        <p:cNvGrpSpPr/>
        <p:nvPr/>
      </p:nvGrpSpPr>
      <p:grpSpPr>
        <a:xfrm>
          <a:off x="0" y="0"/>
          <a:ext cx="0" cy="0"/>
          <a:chOff x="0" y="0"/>
          <a:chExt cx="0" cy="0"/>
        </a:xfrm>
      </p:grpSpPr>
      <p:sp>
        <p:nvSpPr>
          <p:cNvPr id="508" name="Google Shape;508;p43"/>
          <p:cNvSpPr/>
          <p:nvPr/>
        </p:nvSpPr>
        <p:spPr>
          <a:xfrm>
            <a:off x="3369577" y="4559724"/>
            <a:ext cx="2724649" cy="43259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43"/>
          <p:cNvSpPr/>
          <p:nvPr/>
        </p:nvSpPr>
        <p:spPr>
          <a:xfrm>
            <a:off x="-291151" y="3108926"/>
            <a:ext cx="2480612" cy="2208894"/>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43"/>
          <p:cNvSpPr/>
          <p:nvPr/>
        </p:nvSpPr>
        <p:spPr>
          <a:xfrm>
            <a:off x="7053848" y="3283250"/>
            <a:ext cx="2090160" cy="1860258"/>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3"/>
          <p:cNvSpPr/>
          <p:nvPr/>
        </p:nvSpPr>
        <p:spPr>
          <a:xfrm>
            <a:off x="7797205" y="539918"/>
            <a:ext cx="2620355" cy="916503"/>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43"/>
          <p:cNvSpPr/>
          <p:nvPr/>
        </p:nvSpPr>
        <p:spPr>
          <a:xfrm>
            <a:off x="-1111195" y="-26495"/>
            <a:ext cx="2478466" cy="868334"/>
          </a:xfrm>
          <a:custGeom>
            <a:rect b="b" l="l" r="r" t="t"/>
            <a:pathLst>
              <a:path extrusionOk="0" h="8873" w="25326">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3" name="Google Shape;513;p43"/>
          <p:cNvGrpSpPr/>
          <p:nvPr/>
        </p:nvGrpSpPr>
        <p:grpSpPr>
          <a:xfrm>
            <a:off x="781650" y="-244100"/>
            <a:ext cx="7580700" cy="1303550"/>
            <a:chOff x="781650" y="-244100"/>
            <a:chExt cx="7580700" cy="1303550"/>
          </a:xfrm>
        </p:grpSpPr>
        <p:sp>
          <p:nvSpPr>
            <p:cNvPr id="514" name="Google Shape;514;p43"/>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43"/>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43"/>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43"/>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8" name="Google Shape;518;p43"/>
          <p:cNvSpPr txBox="1"/>
          <p:nvPr>
            <p:ph idx="1" type="body"/>
          </p:nvPr>
        </p:nvSpPr>
        <p:spPr>
          <a:xfrm>
            <a:off x="985337" y="1377838"/>
            <a:ext cx="4566600" cy="3020400"/>
          </a:xfrm>
          <a:prstGeom prst="rect">
            <a:avLst/>
          </a:prstGeom>
          <a:noFill/>
          <a:ln>
            <a:noFill/>
          </a:ln>
        </p:spPr>
        <p:txBody>
          <a:bodyPr anchorCtr="0" anchor="ctr" bIns="91425" lIns="91425" spcFirstLastPara="1" rIns="91425" wrap="square" tIns="91425">
            <a:noAutofit/>
          </a:bodyPr>
          <a:lstStyle>
            <a:lvl1pPr indent="-330200" lvl="0" marL="457200" algn="l">
              <a:lnSpc>
                <a:spcPct val="100000"/>
              </a:lnSpc>
              <a:spcBef>
                <a:spcPts val="0"/>
              </a:spcBef>
              <a:spcAft>
                <a:spcPts val="0"/>
              </a:spcAft>
              <a:buClr>
                <a:schemeClr val="lt1"/>
              </a:buClr>
              <a:buSzPts val="1600"/>
              <a:buChar char="●"/>
              <a:defRPr/>
            </a:lvl1pPr>
            <a:lvl2pPr indent="-330200" lvl="1" marL="914400" algn="l">
              <a:lnSpc>
                <a:spcPct val="115000"/>
              </a:lnSpc>
              <a:spcBef>
                <a:spcPts val="0"/>
              </a:spcBef>
              <a:spcAft>
                <a:spcPts val="0"/>
              </a:spcAft>
              <a:buSzPts val="1600"/>
              <a:buFont typeface="Roboto Condensed Light"/>
              <a:buChar char="○"/>
              <a:defRPr sz="1600"/>
            </a:lvl2pPr>
            <a:lvl3pPr indent="-330200" lvl="2" marL="1371600" algn="l">
              <a:lnSpc>
                <a:spcPct val="115000"/>
              </a:lnSpc>
              <a:spcBef>
                <a:spcPts val="0"/>
              </a:spcBef>
              <a:spcAft>
                <a:spcPts val="0"/>
              </a:spcAft>
              <a:buSzPts val="1600"/>
              <a:buFont typeface="Roboto Condensed Light"/>
              <a:buChar char="■"/>
              <a:defRPr sz="1600"/>
            </a:lvl3pPr>
            <a:lvl4pPr indent="-330200" lvl="3" marL="1828800" algn="l">
              <a:lnSpc>
                <a:spcPct val="115000"/>
              </a:lnSpc>
              <a:spcBef>
                <a:spcPts val="0"/>
              </a:spcBef>
              <a:spcAft>
                <a:spcPts val="0"/>
              </a:spcAft>
              <a:buSzPts val="1600"/>
              <a:buFont typeface="Roboto Condensed Light"/>
              <a:buChar char="●"/>
              <a:defRPr sz="1600"/>
            </a:lvl4pPr>
            <a:lvl5pPr indent="-330200" lvl="4" marL="2286000" algn="l">
              <a:lnSpc>
                <a:spcPct val="115000"/>
              </a:lnSpc>
              <a:spcBef>
                <a:spcPts val="0"/>
              </a:spcBef>
              <a:spcAft>
                <a:spcPts val="0"/>
              </a:spcAft>
              <a:buSzPts val="1600"/>
              <a:buFont typeface="Roboto Condensed Light"/>
              <a:buChar char="○"/>
              <a:defRPr sz="1600"/>
            </a:lvl5pPr>
            <a:lvl6pPr indent="-330200" lvl="5" marL="2743200" algn="l">
              <a:lnSpc>
                <a:spcPct val="115000"/>
              </a:lnSpc>
              <a:spcBef>
                <a:spcPts val="0"/>
              </a:spcBef>
              <a:spcAft>
                <a:spcPts val="0"/>
              </a:spcAft>
              <a:buSzPts val="1600"/>
              <a:buFont typeface="Roboto Condensed Light"/>
              <a:buChar char="■"/>
              <a:defRPr sz="1600"/>
            </a:lvl6pPr>
            <a:lvl7pPr indent="-330200" lvl="6" marL="3200400" algn="l">
              <a:lnSpc>
                <a:spcPct val="115000"/>
              </a:lnSpc>
              <a:spcBef>
                <a:spcPts val="0"/>
              </a:spcBef>
              <a:spcAft>
                <a:spcPts val="0"/>
              </a:spcAft>
              <a:buSzPts val="1600"/>
              <a:buFont typeface="Roboto Condensed Light"/>
              <a:buChar char="●"/>
              <a:defRPr sz="1600"/>
            </a:lvl7pPr>
            <a:lvl8pPr indent="-330200" lvl="7" marL="3657600" algn="l">
              <a:lnSpc>
                <a:spcPct val="115000"/>
              </a:lnSpc>
              <a:spcBef>
                <a:spcPts val="0"/>
              </a:spcBef>
              <a:spcAft>
                <a:spcPts val="0"/>
              </a:spcAft>
              <a:buSzPts val="1600"/>
              <a:buFont typeface="Roboto Condensed Light"/>
              <a:buChar char="○"/>
              <a:defRPr sz="1600"/>
            </a:lvl8pPr>
            <a:lvl9pPr indent="-330200" lvl="8" marL="4114800" algn="l">
              <a:lnSpc>
                <a:spcPct val="115000"/>
              </a:lnSpc>
              <a:spcBef>
                <a:spcPts val="0"/>
              </a:spcBef>
              <a:spcAft>
                <a:spcPts val="0"/>
              </a:spcAft>
              <a:buSzPts val="1600"/>
              <a:buFont typeface="Roboto Condensed Light"/>
              <a:buChar char="■"/>
              <a:defRPr sz="1600"/>
            </a:lvl9pPr>
          </a:lstStyle>
          <a:p/>
        </p:txBody>
      </p:sp>
      <p:sp>
        <p:nvSpPr>
          <p:cNvPr id="519" name="Google Shape;519;p43"/>
          <p:cNvSpPr txBox="1"/>
          <p:nvPr>
            <p:ph type="title"/>
          </p:nvPr>
        </p:nvSpPr>
        <p:spPr>
          <a:xfrm>
            <a:off x="539400" y="445025"/>
            <a:ext cx="8065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solidFill>
                  <a:schemeClr val="accent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Title and text 2">
    <p:spTree>
      <p:nvGrpSpPr>
        <p:cNvPr id="520" name="Shape 520"/>
        <p:cNvGrpSpPr/>
        <p:nvPr/>
      </p:nvGrpSpPr>
      <p:grpSpPr>
        <a:xfrm>
          <a:off x="0" y="0"/>
          <a:ext cx="0" cy="0"/>
          <a:chOff x="0" y="0"/>
          <a:chExt cx="0" cy="0"/>
        </a:xfrm>
      </p:grpSpPr>
      <p:grpSp>
        <p:nvGrpSpPr>
          <p:cNvPr id="521" name="Google Shape;521;p44"/>
          <p:cNvGrpSpPr/>
          <p:nvPr/>
        </p:nvGrpSpPr>
        <p:grpSpPr>
          <a:xfrm>
            <a:off x="2992730" y="-37"/>
            <a:ext cx="5089500" cy="2576374"/>
            <a:chOff x="2992730" y="-37"/>
            <a:chExt cx="5089500" cy="2576374"/>
          </a:xfrm>
        </p:grpSpPr>
        <p:grpSp>
          <p:nvGrpSpPr>
            <p:cNvPr id="522" name="Google Shape;522;p44"/>
            <p:cNvGrpSpPr/>
            <p:nvPr/>
          </p:nvGrpSpPr>
          <p:grpSpPr>
            <a:xfrm>
              <a:off x="4341600" y="-37"/>
              <a:ext cx="2468875" cy="1679343"/>
              <a:chOff x="3371200" y="2114881"/>
              <a:chExt cx="2468875" cy="3032400"/>
            </a:xfrm>
          </p:grpSpPr>
          <p:sp>
            <p:nvSpPr>
              <p:cNvPr id="523" name="Google Shape;523;p44"/>
              <p:cNvSpPr/>
              <p:nvPr/>
            </p:nvSpPr>
            <p:spPr>
              <a:xfrm>
                <a:off x="3371200" y="2114881"/>
                <a:ext cx="74400" cy="3032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44"/>
              <p:cNvSpPr/>
              <p:nvPr/>
            </p:nvSpPr>
            <p:spPr>
              <a:xfrm>
                <a:off x="5765675" y="2114881"/>
                <a:ext cx="74400" cy="3032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5" name="Google Shape;525;p44"/>
            <p:cNvGrpSpPr/>
            <p:nvPr/>
          </p:nvGrpSpPr>
          <p:grpSpPr>
            <a:xfrm>
              <a:off x="2992730" y="1545659"/>
              <a:ext cx="5089500" cy="1030678"/>
              <a:chOff x="3097375" y="3240075"/>
              <a:chExt cx="5089500" cy="1370400"/>
            </a:xfrm>
          </p:grpSpPr>
          <p:sp>
            <p:nvSpPr>
              <p:cNvPr id="526" name="Google Shape;526;p44"/>
              <p:cNvSpPr/>
              <p:nvPr/>
            </p:nvSpPr>
            <p:spPr>
              <a:xfrm>
                <a:off x="3097375" y="3240075"/>
                <a:ext cx="5089500" cy="1370400"/>
              </a:xfrm>
              <a:prstGeom prst="roundRect">
                <a:avLst>
                  <a:gd fmla="val 7713"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44"/>
              <p:cNvSpPr/>
              <p:nvPr/>
            </p:nvSpPr>
            <p:spPr>
              <a:xfrm>
                <a:off x="3177925" y="3327286"/>
                <a:ext cx="4928400" cy="1195800"/>
              </a:xfrm>
              <a:prstGeom prst="roundRect">
                <a:avLst>
                  <a:gd fmla="val 7713"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28" name="Google Shape;528;p44"/>
          <p:cNvSpPr txBox="1"/>
          <p:nvPr>
            <p:ph type="title"/>
          </p:nvPr>
        </p:nvSpPr>
        <p:spPr>
          <a:xfrm>
            <a:off x="3076880" y="1774649"/>
            <a:ext cx="4921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29" name="Google Shape;529;p44"/>
          <p:cNvSpPr txBox="1"/>
          <p:nvPr>
            <p:ph idx="1" type="subTitle"/>
          </p:nvPr>
        </p:nvSpPr>
        <p:spPr>
          <a:xfrm>
            <a:off x="3076880" y="2652826"/>
            <a:ext cx="4921200" cy="945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530" name="Google Shape;530;p44"/>
          <p:cNvSpPr/>
          <p:nvPr/>
        </p:nvSpPr>
        <p:spPr>
          <a:xfrm>
            <a:off x="5891205" y="-351924"/>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44"/>
          <p:cNvSpPr/>
          <p:nvPr/>
        </p:nvSpPr>
        <p:spPr>
          <a:xfrm>
            <a:off x="-608939" y="3162263"/>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44"/>
          <p:cNvSpPr/>
          <p:nvPr/>
        </p:nvSpPr>
        <p:spPr>
          <a:xfrm>
            <a:off x="6345121" y="264305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44"/>
          <p:cNvSpPr/>
          <p:nvPr/>
        </p:nvSpPr>
        <p:spPr>
          <a:xfrm flipH="1">
            <a:off x="-608950" y="-617524"/>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Title and text 3">
    <p:spTree>
      <p:nvGrpSpPr>
        <p:cNvPr id="534" name="Shape 534"/>
        <p:cNvGrpSpPr/>
        <p:nvPr/>
      </p:nvGrpSpPr>
      <p:grpSpPr>
        <a:xfrm>
          <a:off x="0" y="0"/>
          <a:ext cx="0" cy="0"/>
          <a:chOff x="0" y="0"/>
          <a:chExt cx="0" cy="0"/>
        </a:xfrm>
      </p:grpSpPr>
      <p:grpSp>
        <p:nvGrpSpPr>
          <p:cNvPr id="535" name="Google Shape;535;p45"/>
          <p:cNvGrpSpPr/>
          <p:nvPr/>
        </p:nvGrpSpPr>
        <p:grpSpPr>
          <a:xfrm>
            <a:off x="781650" y="-244100"/>
            <a:ext cx="7580700" cy="1303550"/>
            <a:chOff x="781650" y="-244100"/>
            <a:chExt cx="7580700" cy="1303550"/>
          </a:xfrm>
        </p:grpSpPr>
        <p:sp>
          <p:nvSpPr>
            <p:cNvPr id="536" name="Google Shape;536;p45"/>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5"/>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45"/>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45"/>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40" name="Google Shape;540;p45"/>
          <p:cNvSpPr txBox="1"/>
          <p:nvPr>
            <p:ph idx="1" type="subTitle"/>
          </p:nvPr>
        </p:nvSpPr>
        <p:spPr>
          <a:xfrm>
            <a:off x="1735875" y="1098025"/>
            <a:ext cx="56724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541" name="Google Shape;541;p45"/>
          <p:cNvSpPr txBox="1"/>
          <p:nvPr>
            <p:ph type="title"/>
          </p:nvPr>
        </p:nvSpPr>
        <p:spPr>
          <a:xfrm>
            <a:off x="539400" y="445025"/>
            <a:ext cx="8065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solidFill>
                  <a:schemeClr val="dk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42" name="Google Shape;542;p45"/>
          <p:cNvSpPr/>
          <p:nvPr/>
        </p:nvSpPr>
        <p:spPr>
          <a:xfrm>
            <a:off x="7946030" y="397226"/>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5"/>
          <p:cNvSpPr/>
          <p:nvPr/>
        </p:nvSpPr>
        <p:spPr>
          <a:xfrm>
            <a:off x="-608939" y="3162263"/>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5"/>
          <p:cNvSpPr/>
          <p:nvPr/>
        </p:nvSpPr>
        <p:spPr>
          <a:xfrm>
            <a:off x="6345121" y="264305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45"/>
          <p:cNvSpPr/>
          <p:nvPr/>
        </p:nvSpPr>
        <p:spPr>
          <a:xfrm flipH="1">
            <a:off x="-1415525" y="827001"/>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 and text 4">
    <p:spTree>
      <p:nvGrpSpPr>
        <p:cNvPr id="546" name="Shape 546"/>
        <p:cNvGrpSpPr/>
        <p:nvPr/>
      </p:nvGrpSpPr>
      <p:grpSpPr>
        <a:xfrm>
          <a:off x="0" y="0"/>
          <a:ext cx="0" cy="0"/>
          <a:chOff x="0" y="0"/>
          <a:chExt cx="0" cy="0"/>
        </a:xfrm>
      </p:grpSpPr>
      <p:grpSp>
        <p:nvGrpSpPr>
          <p:cNvPr id="547" name="Google Shape;547;p46"/>
          <p:cNvGrpSpPr/>
          <p:nvPr/>
        </p:nvGrpSpPr>
        <p:grpSpPr>
          <a:xfrm>
            <a:off x="686380" y="-12"/>
            <a:ext cx="5089500" cy="2576374"/>
            <a:chOff x="2992730" y="-37"/>
            <a:chExt cx="5089500" cy="2576374"/>
          </a:xfrm>
        </p:grpSpPr>
        <p:grpSp>
          <p:nvGrpSpPr>
            <p:cNvPr id="548" name="Google Shape;548;p46"/>
            <p:cNvGrpSpPr/>
            <p:nvPr/>
          </p:nvGrpSpPr>
          <p:grpSpPr>
            <a:xfrm>
              <a:off x="4341600" y="-37"/>
              <a:ext cx="2468875" cy="1679343"/>
              <a:chOff x="3371200" y="2114881"/>
              <a:chExt cx="2468875" cy="3032400"/>
            </a:xfrm>
          </p:grpSpPr>
          <p:sp>
            <p:nvSpPr>
              <p:cNvPr id="549" name="Google Shape;549;p46"/>
              <p:cNvSpPr/>
              <p:nvPr/>
            </p:nvSpPr>
            <p:spPr>
              <a:xfrm>
                <a:off x="3371200" y="2114881"/>
                <a:ext cx="74400" cy="3032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46"/>
              <p:cNvSpPr/>
              <p:nvPr/>
            </p:nvSpPr>
            <p:spPr>
              <a:xfrm>
                <a:off x="5765675" y="2114881"/>
                <a:ext cx="74400" cy="3032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1" name="Google Shape;551;p46"/>
            <p:cNvGrpSpPr/>
            <p:nvPr/>
          </p:nvGrpSpPr>
          <p:grpSpPr>
            <a:xfrm>
              <a:off x="2992730" y="1545659"/>
              <a:ext cx="5089500" cy="1030678"/>
              <a:chOff x="3097375" y="3240075"/>
              <a:chExt cx="5089500" cy="1370400"/>
            </a:xfrm>
          </p:grpSpPr>
          <p:sp>
            <p:nvSpPr>
              <p:cNvPr id="552" name="Google Shape;552;p46"/>
              <p:cNvSpPr/>
              <p:nvPr/>
            </p:nvSpPr>
            <p:spPr>
              <a:xfrm>
                <a:off x="3097375" y="3240075"/>
                <a:ext cx="5089500" cy="1370400"/>
              </a:xfrm>
              <a:prstGeom prst="roundRect">
                <a:avLst>
                  <a:gd fmla="val 7713"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46"/>
              <p:cNvSpPr/>
              <p:nvPr/>
            </p:nvSpPr>
            <p:spPr>
              <a:xfrm>
                <a:off x="3177925" y="3327286"/>
                <a:ext cx="4928400" cy="1195800"/>
              </a:xfrm>
              <a:prstGeom prst="roundRect">
                <a:avLst>
                  <a:gd fmla="val 7713"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54" name="Google Shape;554;p46"/>
          <p:cNvSpPr txBox="1"/>
          <p:nvPr>
            <p:ph type="title"/>
          </p:nvPr>
        </p:nvSpPr>
        <p:spPr>
          <a:xfrm>
            <a:off x="1027035" y="1766013"/>
            <a:ext cx="4408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solidFill>
                  <a:schemeClr val="accent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55" name="Google Shape;555;p46"/>
          <p:cNvSpPr txBox="1"/>
          <p:nvPr>
            <p:ph idx="1" type="subTitle"/>
          </p:nvPr>
        </p:nvSpPr>
        <p:spPr>
          <a:xfrm>
            <a:off x="1027035" y="2641796"/>
            <a:ext cx="4408200" cy="92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556" name="Google Shape;556;p46"/>
          <p:cNvSpPr/>
          <p:nvPr/>
        </p:nvSpPr>
        <p:spPr>
          <a:xfrm>
            <a:off x="5228055" y="-550649"/>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46"/>
          <p:cNvSpPr/>
          <p:nvPr/>
        </p:nvSpPr>
        <p:spPr>
          <a:xfrm>
            <a:off x="11" y="2933013"/>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46"/>
          <p:cNvSpPr/>
          <p:nvPr/>
        </p:nvSpPr>
        <p:spPr>
          <a:xfrm>
            <a:off x="6917946" y="339995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46"/>
          <p:cNvSpPr/>
          <p:nvPr/>
        </p:nvSpPr>
        <p:spPr>
          <a:xfrm flipH="1">
            <a:off x="-1216200" y="-73874"/>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 and two columns 1">
    <p:spTree>
      <p:nvGrpSpPr>
        <p:cNvPr id="560" name="Shape 560"/>
        <p:cNvGrpSpPr/>
        <p:nvPr/>
      </p:nvGrpSpPr>
      <p:grpSpPr>
        <a:xfrm>
          <a:off x="0" y="0"/>
          <a:ext cx="0" cy="0"/>
          <a:chOff x="0" y="0"/>
          <a:chExt cx="0" cy="0"/>
        </a:xfrm>
      </p:grpSpPr>
      <p:sp>
        <p:nvSpPr>
          <p:cNvPr id="561" name="Google Shape;561;p47"/>
          <p:cNvSpPr/>
          <p:nvPr/>
        </p:nvSpPr>
        <p:spPr>
          <a:xfrm>
            <a:off x="-7104" y="2063079"/>
            <a:ext cx="3511946" cy="3127259"/>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47"/>
          <p:cNvSpPr/>
          <p:nvPr/>
        </p:nvSpPr>
        <p:spPr>
          <a:xfrm>
            <a:off x="7455403" y="4093211"/>
            <a:ext cx="1688587" cy="150285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47"/>
          <p:cNvSpPr/>
          <p:nvPr/>
        </p:nvSpPr>
        <p:spPr>
          <a:xfrm>
            <a:off x="-147387" y="286053"/>
            <a:ext cx="1449280" cy="507757"/>
          </a:xfrm>
          <a:custGeom>
            <a:rect b="b" l="l" r="r" t="t"/>
            <a:pathLst>
              <a:path extrusionOk="0" h="8873" w="25326">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47"/>
          <p:cNvSpPr/>
          <p:nvPr/>
        </p:nvSpPr>
        <p:spPr>
          <a:xfrm>
            <a:off x="7461700" y="725500"/>
            <a:ext cx="1675992" cy="234393"/>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47"/>
          <p:cNvSpPr/>
          <p:nvPr/>
        </p:nvSpPr>
        <p:spPr>
          <a:xfrm>
            <a:off x="6765687" y="1600675"/>
            <a:ext cx="3068026" cy="1073082"/>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6" name="Google Shape;566;p47"/>
          <p:cNvGrpSpPr/>
          <p:nvPr/>
        </p:nvGrpSpPr>
        <p:grpSpPr>
          <a:xfrm>
            <a:off x="781650" y="-244100"/>
            <a:ext cx="7580700" cy="1303550"/>
            <a:chOff x="781650" y="-244100"/>
            <a:chExt cx="7580700" cy="1303550"/>
          </a:xfrm>
        </p:grpSpPr>
        <p:sp>
          <p:nvSpPr>
            <p:cNvPr id="567" name="Google Shape;567;p47"/>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47"/>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47"/>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47"/>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1" name="Google Shape;571;p47"/>
          <p:cNvSpPr txBox="1"/>
          <p:nvPr>
            <p:ph idx="1" type="subTitle"/>
          </p:nvPr>
        </p:nvSpPr>
        <p:spPr>
          <a:xfrm>
            <a:off x="2046261" y="1915500"/>
            <a:ext cx="2030400" cy="495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b="1" sz="2200">
                <a:latin typeface="Limelight"/>
                <a:ea typeface="Limelight"/>
                <a:cs typeface="Limelight"/>
                <a:sym typeface="Limelight"/>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572" name="Google Shape;572;p47"/>
          <p:cNvSpPr txBox="1"/>
          <p:nvPr>
            <p:ph idx="2" type="subTitle"/>
          </p:nvPr>
        </p:nvSpPr>
        <p:spPr>
          <a:xfrm>
            <a:off x="5069987" y="2984800"/>
            <a:ext cx="2030400" cy="495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Font typeface="Bebas Neue"/>
              <a:buNone/>
              <a:defRPr b="1" sz="2200">
                <a:solidFill>
                  <a:schemeClr val="dk2"/>
                </a:solidFill>
                <a:latin typeface="Limelight"/>
                <a:ea typeface="Limelight"/>
                <a:cs typeface="Limelight"/>
                <a:sym typeface="Limelight"/>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573" name="Google Shape;573;p47"/>
          <p:cNvSpPr txBox="1"/>
          <p:nvPr>
            <p:ph idx="3" type="subTitle"/>
          </p:nvPr>
        </p:nvSpPr>
        <p:spPr>
          <a:xfrm>
            <a:off x="2046261" y="2416625"/>
            <a:ext cx="2030400" cy="1083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574" name="Google Shape;574;p47"/>
          <p:cNvSpPr txBox="1"/>
          <p:nvPr>
            <p:ph idx="4" type="subTitle"/>
          </p:nvPr>
        </p:nvSpPr>
        <p:spPr>
          <a:xfrm>
            <a:off x="5069988" y="3487429"/>
            <a:ext cx="2030400" cy="1083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575" name="Google Shape;575;p47"/>
          <p:cNvSpPr txBox="1"/>
          <p:nvPr>
            <p:ph type="title"/>
          </p:nvPr>
        </p:nvSpPr>
        <p:spPr>
          <a:xfrm>
            <a:off x="539400" y="445025"/>
            <a:ext cx="8065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576" name="Google Shape;576;p47"/>
          <p:cNvSpPr txBox="1"/>
          <p:nvPr>
            <p:ph idx="5" type="title"/>
          </p:nvPr>
        </p:nvSpPr>
        <p:spPr>
          <a:xfrm>
            <a:off x="1356249" y="1916550"/>
            <a:ext cx="585300" cy="49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sz="22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577" name="Google Shape;577;p47"/>
          <p:cNvSpPr txBox="1"/>
          <p:nvPr>
            <p:ph idx="6" type="title"/>
          </p:nvPr>
        </p:nvSpPr>
        <p:spPr>
          <a:xfrm>
            <a:off x="7212267" y="2985849"/>
            <a:ext cx="588900" cy="4938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2500"/>
              <a:buNone/>
              <a:defRPr sz="2200">
                <a:solidFill>
                  <a:schemeClr val="dk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Title and Text 6">
    <p:spTree>
      <p:nvGrpSpPr>
        <p:cNvPr id="578" name="Shape 578"/>
        <p:cNvGrpSpPr/>
        <p:nvPr/>
      </p:nvGrpSpPr>
      <p:grpSpPr>
        <a:xfrm>
          <a:off x="0" y="0"/>
          <a:ext cx="0" cy="0"/>
          <a:chOff x="0" y="0"/>
          <a:chExt cx="0" cy="0"/>
        </a:xfrm>
      </p:grpSpPr>
      <p:sp>
        <p:nvSpPr>
          <p:cNvPr id="579" name="Google Shape;579;p48"/>
          <p:cNvSpPr/>
          <p:nvPr/>
        </p:nvSpPr>
        <p:spPr>
          <a:xfrm>
            <a:off x="6183455" y="-386974"/>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48"/>
          <p:cNvSpPr/>
          <p:nvPr/>
        </p:nvSpPr>
        <p:spPr>
          <a:xfrm>
            <a:off x="-1286964" y="3349288"/>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48"/>
          <p:cNvSpPr/>
          <p:nvPr/>
        </p:nvSpPr>
        <p:spPr>
          <a:xfrm>
            <a:off x="7432296" y="3283084"/>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48"/>
          <p:cNvSpPr/>
          <p:nvPr/>
        </p:nvSpPr>
        <p:spPr>
          <a:xfrm flipH="1">
            <a:off x="-2792275" y="-3724"/>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3" name="Google Shape;583;p48"/>
          <p:cNvGrpSpPr/>
          <p:nvPr/>
        </p:nvGrpSpPr>
        <p:grpSpPr>
          <a:xfrm>
            <a:off x="781650" y="-244100"/>
            <a:ext cx="7580700" cy="1303550"/>
            <a:chOff x="781650" y="-244100"/>
            <a:chExt cx="7580700" cy="1303550"/>
          </a:xfrm>
        </p:grpSpPr>
        <p:sp>
          <p:nvSpPr>
            <p:cNvPr id="584" name="Google Shape;584;p48"/>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48"/>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48"/>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48"/>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8" name="Google Shape;588;p48"/>
          <p:cNvSpPr txBox="1"/>
          <p:nvPr>
            <p:ph idx="1" type="subTitle"/>
          </p:nvPr>
        </p:nvSpPr>
        <p:spPr>
          <a:xfrm>
            <a:off x="717525" y="1132300"/>
            <a:ext cx="3832800" cy="3427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4"/>
              </a:buClr>
              <a:buSzPts val="1500"/>
              <a:buChar char="●"/>
              <a:defRPr sz="1300"/>
            </a:lvl1pPr>
            <a:lvl2pPr lvl="1" algn="ctr">
              <a:lnSpc>
                <a:spcPct val="100000"/>
              </a:lnSpc>
              <a:spcBef>
                <a:spcPts val="1000"/>
              </a:spcBef>
              <a:spcAft>
                <a:spcPts val="0"/>
              </a:spcAft>
              <a:buSzPts val="1500"/>
              <a:buChar char="○"/>
              <a:defRPr/>
            </a:lvl2pPr>
            <a:lvl3pPr lvl="2" algn="ctr">
              <a:lnSpc>
                <a:spcPct val="100000"/>
              </a:lnSpc>
              <a:spcBef>
                <a:spcPts val="0"/>
              </a:spcBef>
              <a:spcAft>
                <a:spcPts val="0"/>
              </a:spcAft>
              <a:buSzPts val="1500"/>
              <a:buChar char="■"/>
              <a:defRPr/>
            </a:lvl3pPr>
            <a:lvl4pPr lvl="3" algn="ctr">
              <a:lnSpc>
                <a:spcPct val="100000"/>
              </a:lnSpc>
              <a:spcBef>
                <a:spcPts val="0"/>
              </a:spcBef>
              <a:spcAft>
                <a:spcPts val="0"/>
              </a:spcAft>
              <a:buSzPts val="1500"/>
              <a:buChar char="●"/>
              <a:defRPr/>
            </a:lvl4pPr>
            <a:lvl5pPr lvl="4" algn="ctr">
              <a:lnSpc>
                <a:spcPct val="100000"/>
              </a:lnSpc>
              <a:spcBef>
                <a:spcPts val="0"/>
              </a:spcBef>
              <a:spcAft>
                <a:spcPts val="0"/>
              </a:spcAft>
              <a:buSzPts val="1500"/>
              <a:buChar char="○"/>
              <a:defRPr/>
            </a:lvl5pPr>
            <a:lvl6pPr lvl="5" algn="ctr">
              <a:lnSpc>
                <a:spcPct val="100000"/>
              </a:lnSpc>
              <a:spcBef>
                <a:spcPts val="0"/>
              </a:spcBef>
              <a:spcAft>
                <a:spcPts val="0"/>
              </a:spcAft>
              <a:buSzPts val="1500"/>
              <a:buChar char="■"/>
              <a:defRPr/>
            </a:lvl6pPr>
            <a:lvl7pPr lvl="6" algn="ctr">
              <a:lnSpc>
                <a:spcPct val="100000"/>
              </a:lnSpc>
              <a:spcBef>
                <a:spcPts val="0"/>
              </a:spcBef>
              <a:spcAft>
                <a:spcPts val="0"/>
              </a:spcAft>
              <a:buSzPts val="1500"/>
              <a:buChar char="●"/>
              <a:defRPr/>
            </a:lvl7pPr>
            <a:lvl8pPr lvl="7" algn="ctr">
              <a:lnSpc>
                <a:spcPct val="100000"/>
              </a:lnSpc>
              <a:spcBef>
                <a:spcPts val="0"/>
              </a:spcBef>
              <a:spcAft>
                <a:spcPts val="0"/>
              </a:spcAft>
              <a:buSzPts val="1500"/>
              <a:buChar char="○"/>
              <a:defRPr/>
            </a:lvl8pPr>
            <a:lvl9pPr lvl="8" algn="ctr">
              <a:lnSpc>
                <a:spcPct val="100000"/>
              </a:lnSpc>
              <a:spcBef>
                <a:spcPts val="0"/>
              </a:spcBef>
              <a:spcAft>
                <a:spcPts val="0"/>
              </a:spcAft>
              <a:buSzPts val="1500"/>
              <a:buChar char="■"/>
              <a:defRPr/>
            </a:lvl9pPr>
          </a:lstStyle>
          <a:p/>
        </p:txBody>
      </p:sp>
      <p:sp>
        <p:nvSpPr>
          <p:cNvPr id="589" name="Google Shape;589;p48"/>
          <p:cNvSpPr txBox="1"/>
          <p:nvPr>
            <p:ph idx="2" type="subTitle"/>
          </p:nvPr>
        </p:nvSpPr>
        <p:spPr>
          <a:xfrm>
            <a:off x="4865625" y="1132300"/>
            <a:ext cx="3561000" cy="3427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Char char="●"/>
              <a:defRPr sz="1300"/>
            </a:lvl1pPr>
            <a:lvl2pPr lvl="1" algn="ctr">
              <a:lnSpc>
                <a:spcPct val="100000"/>
              </a:lnSpc>
              <a:spcBef>
                <a:spcPts val="0"/>
              </a:spcBef>
              <a:spcAft>
                <a:spcPts val="0"/>
              </a:spcAft>
              <a:buSzPts val="1500"/>
              <a:buChar char="○"/>
              <a:defRPr/>
            </a:lvl2pPr>
            <a:lvl3pPr lvl="2" algn="ctr">
              <a:lnSpc>
                <a:spcPct val="100000"/>
              </a:lnSpc>
              <a:spcBef>
                <a:spcPts val="0"/>
              </a:spcBef>
              <a:spcAft>
                <a:spcPts val="0"/>
              </a:spcAft>
              <a:buSzPts val="1500"/>
              <a:buChar char="■"/>
              <a:defRPr/>
            </a:lvl3pPr>
            <a:lvl4pPr lvl="3" algn="ctr">
              <a:lnSpc>
                <a:spcPct val="100000"/>
              </a:lnSpc>
              <a:spcBef>
                <a:spcPts val="0"/>
              </a:spcBef>
              <a:spcAft>
                <a:spcPts val="0"/>
              </a:spcAft>
              <a:buSzPts val="1500"/>
              <a:buChar char="●"/>
              <a:defRPr/>
            </a:lvl4pPr>
            <a:lvl5pPr lvl="4" algn="ctr">
              <a:lnSpc>
                <a:spcPct val="100000"/>
              </a:lnSpc>
              <a:spcBef>
                <a:spcPts val="0"/>
              </a:spcBef>
              <a:spcAft>
                <a:spcPts val="0"/>
              </a:spcAft>
              <a:buSzPts val="1500"/>
              <a:buChar char="○"/>
              <a:defRPr/>
            </a:lvl5pPr>
            <a:lvl6pPr lvl="5" algn="ctr">
              <a:lnSpc>
                <a:spcPct val="100000"/>
              </a:lnSpc>
              <a:spcBef>
                <a:spcPts val="0"/>
              </a:spcBef>
              <a:spcAft>
                <a:spcPts val="0"/>
              </a:spcAft>
              <a:buSzPts val="1500"/>
              <a:buChar char="■"/>
              <a:defRPr/>
            </a:lvl6pPr>
            <a:lvl7pPr lvl="6" algn="ctr">
              <a:lnSpc>
                <a:spcPct val="100000"/>
              </a:lnSpc>
              <a:spcBef>
                <a:spcPts val="0"/>
              </a:spcBef>
              <a:spcAft>
                <a:spcPts val="0"/>
              </a:spcAft>
              <a:buSzPts val="1500"/>
              <a:buChar char="●"/>
              <a:defRPr/>
            </a:lvl7pPr>
            <a:lvl8pPr lvl="7" algn="ctr">
              <a:lnSpc>
                <a:spcPct val="100000"/>
              </a:lnSpc>
              <a:spcBef>
                <a:spcPts val="0"/>
              </a:spcBef>
              <a:spcAft>
                <a:spcPts val="0"/>
              </a:spcAft>
              <a:buSzPts val="1500"/>
              <a:buChar char="○"/>
              <a:defRPr/>
            </a:lvl8pPr>
            <a:lvl9pPr lvl="8" algn="ctr">
              <a:lnSpc>
                <a:spcPct val="100000"/>
              </a:lnSpc>
              <a:spcBef>
                <a:spcPts val="0"/>
              </a:spcBef>
              <a:spcAft>
                <a:spcPts val="0"/>
              </a:spcAft>
              <a:buSzPts val="1500"/>
              <a:buChar char="■"/>
              <a:defRPr/>
            </a:lvl9pPr>
          </a:lstStyle>
          <a:p/>
        </p:txBody>
      </p:sp>
      <p:sp>
        <p:nvSpPr>
          <p:cNvPr id="590" name="Google Shape;590;p48"/>
          <p:cNvSpPr txBox="1"/>
          <p:nvPr>
            <p:ph type="title"/>
          </p:nvPr>
        </p:nvSpPr>
        <p:spPr>
          <a:xfrm>
            <a:off x="539400" y="445025"/>
            <a:ext cx="8065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 header 1">
    <p:spTree>
      <p:nvGrpSpPr>
        <p:cNvPr id="591" name="Shape 591"/>
        <p:cNvGrpSpPr/>
        <p:nvPr/>
      </p:nvGrpSpPr>
      <p:grpSpPr>
        <a:xfrm>
          <a:off x="0" y="0"/>
          <a:ext cx="0" cy="0"/>
          <a:chOff x="0" y="0"/>
          <a:chExt cx="0" cy="0"/>
        </a:xfrm>
      </p:grpSpPr>
      <p:grpSp>
        <p:nvGrpSpPr>
          <p:cNvPr id="592" name="Google Shape;592;p49"/>
          <p:cNvGrpSpPr/>
          <p:nvPr/>
        </p:nvGrpSpPr>
        <p:grpSpPr>
          <a:xfrm>
            <a:off x="1158600" y="987301"/>
            <a:ext cx="6826800" cy="4159980"/>
            <a:chOff x="1168975" y="987301"/>
            <a:chExt cx="6826800" cy="4159980"/>
          </a:xfrm>
        </p:grpSpPr>
        <p:sp>
          <p:nvSpPr>
            <p:cNvPr id="593" name="Google Shape;593;p49"/>
            <p:cNvSpPr/>
            <p:nvPr/>
          </p:nvSpPr>
          <p:spPr>
            <a:xfrm>
              <a:off x="3371200" y="2114881"/>
              <a:ext cx="74400" cy="3032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49"/>
            <p:cNvSpPr/>
            <p:nvPr/>
          </p:nvSpPr>
          <p:spPr>
            <a:xfrm>
              <a:off x="5765675" y="2114881"/>
              <a:ext cx="74400" cy="3032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49"/>
            <p:cNvSpPr/>
            <p:nvPr/>
          </p:nvSpPr>
          <p:spPr>
            <a:xfrm>
              <a:off x="1168975" y="987301"/>
              <a:ext cx="6826800" cy="2259900"/>
            </a:xfrm>
            <a:prstGeom prst="roundRect">
              <a:avLst>
                <a:gd fmla="val 7713"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49"/>
            <p:cNvSpPr/>
            <p:nvPr/>
          </p:nvSpPr>
          <p:spPr>
            <a:xfrm>
              <a:off x="1272906" y="1093846"/>
              <a:ext cx="6610800" cy="2041500"/>
            </a:xfrm>
            <a:prstGeom prst="roundRect">
              <a:avLst>
                <a:gd fmla="val 7713"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7" name="Google Shape;597;p49"/>
          <p:cNvSpPr txBox="1"/>
          <p:nvPr>
            <p:ph type="title"/>
          </p:nvPr>
        </p:nvSpPr>
        <p:spPr>
          <a:xfrm>
            <a:off x="1857775" y="1848548"/>
            <a:ext cx="5475000" cy="747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45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98" name="Google Shape;598;p49"/>
          <p:cNvSpPr txBox="1"/>
          <p:nvPr>
            <p:ph idx="2" type="title"/>
          </p:nvPr>
        </p:nvSpPr>
        <p:spPr>
          <a:xfrm>
            <a:off x="3741625" y="1030491"/>
            <a:ext cx="1707300" cy="1020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sz="4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599" name="Google Shape;599;p49"/>
          <p:cNvSpPr txBox="1"/>
          <p:nvPr>
            <p:ph idx="1" type="subTitle"/>
          </p:nvPr>
        </p:nvSpPr>
        <p:spPr>
          <a:xfrm>
            <a:off x="1520200" y="2494889"/>
            <a:ext cx="6091200" cy="358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500"/>
              <a:buNone/>
              <a:defRPr sz="1600">
                <a:solidFill>
                  <a:schemeClr val="lt1"/>
                </a:solidFill>
              </a:defRPr>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00" name="Google Shape;600;p49"/>
          <p:cNvSpPr/>
          <p:nvPr/>
        </p:nvSpPr>
        <p:spPr>
          <a:xfrm>
            <a:off x="-7104" y="2063079"/>
            <a:ext cx="3511946" cy="3127259"/>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49"/>
          <p:cNvSpPr/>
          <p:nvPr/>
        </p:nvSpPr>
        <p:spPr>
          <a:xfrm>
            <a:off x="7455403" y="4093211"/>
            <a:ext cx="1688587" cy="150285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49"/>
          <p:cNvSpPr/>
          <p:nvPr/>
        </p:nvSpPr>
        <p:spPr>
          <a:xfrm>
            <a:off x="-7125" y="143678"/>
            <a:ext cx="1449280" cy="507757"/>
          </a:xfrm>
          <a:custGeom>
            <a:rect b="b" l="l" r="r" t="t"/>
            <a:pathLst>
              <a:path extrusionOk="0" h="8873" w="25326">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9"/>
          <p:cNvSpPr/>
          <p:nvPr/>
        </p:nvSpPr>
        <p:spPr>
          <a:xfrm>
            <a:off x="6666337" y="-199550"/>
            <a:ext cx="3068026" cy="1073082"/>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49"/>
          <p:cNvSpPr/>
          <p:nvPr/>
        </p:nvSpPr>
        <p:spPr>
          <a:xfrm>
            <a:off x="0" y="4664225"/>
            <a:ext cx="9144000" cy="479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 header 2">
    <p:spTree>
      <p:nvGrpSpPr>
        <p:cNvPr id="605" name="Shape 605"/>
        <p:cNvGrpSpPr/>
        <p:nvPr/>
      </p:nvGrpSpPr>
      <p:grpSpPr>
        <a:xfrm>
          <a:off x="0" y="0"/>
          <a:ext cx="0" cy="0"/>
          <a:chOff x="0" y="0"/>
          <a:chExt cx="0" cy="0"/>
        </a:xfrm>
      </p:grpSpPr>
      <p:sp>
        <p:nvSpPr>
          <p:cNvPr id="606" name="Google Shape;606;p50"/>
          <p:cNvSpPr/>
          <p:nvPr/>
        </p:nvSpPr>
        <p:spPr>
          <a:xfrm>
            <a:off x="-7104" y="2063079"/>
            <a:ext cx="3511946" cy="3127259"/>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50"/>
          <p:cNvSpPr/>
          <p:nvPr/>
        </p:nvSpPr>
        <p:spPr>
          <a:xfrm>
            <a:off x="7455403" y="4093211"/>
            <a:ext cx="1688587" cy="150285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50"/>
          <p:cNvSpPr/>
          <p:nvPr/>
        </p:nvSpPr>
        <p:spPr>
          <a:xfrm>
            <a:off x="-7112" y="365778"/>
            <a:ext cx="1449280" cy="507757"/>
          </a:xfrm>
          <a:custGeom>
            <a:rect b="b" l="l" r="r" t="t"/>
            <a:pathLst>
              <a:path extrusionOk="0" h="8873" w="25326">
                <a:moveTo>
                  <a:pt x="1" y="1305"/>
                </a:moveTo>
                <a:cubicBezTo>
                  <a:pt x="1" y="1305"/>
                  <a:pt x="4706" y="1"/>
                  <a:pt x="10284" y="5579"/>
                </a:cubicBezTo>
                <a:cubicBezTo>
                  <a:pt x="14518" y="2353"/>
                  <a:pt x="17140" y="4504"/>
                  <a:pt x="19465" y="6816"/>
                </a:cubicBezTo>
                <a:cubicBezTo>
                  <a:pt x="23968" y="5378"/>
                  <a:pt x="25326" y="8873"/>
                  <a:pt x="25326" y="8873"/>
                </a:cubicBezTo>
                <a:lnTo>
                  <a:pt x="1" y="887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50"/>
          <p:cNvSpPr/>
          <p:nvPr/>
        </p:nvSpPr>
        <p:spPr>
          <a:xfrm>
            <a:off x="7765162" y="-472900"/>
            <a:ext cx="3068026" cy="1073082"/>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50"/>
          <p:cNvSpPr txBox="1"/>
          <p:nvPr>
            <p:ph type="title"/>
          </p:nvPr>
        </p:nvSpPr>
        <p:spPr>
          <a:xfrm>
            <a:off x="4289100" y="1828995"/>
            <a:ext cx="3752400" cy="17160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3600"/>
              <a:buNone/>
              <a:defRPr sz="4500">
                <a:solidFill>
                  <a:schemeClr val="dk2"/>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11" name="Google Shape;611;p50"/>
          <p:cNvSpPr txBox="1"/>
          <p:nvPr>
            <p:ph idx="2" type="title"/>
          </p:nvPr>
        </p:nvSpPr>
        <p:spPr>
          <a:xfrm>
            <a:off x="6790725" y="1221805"/>
            <a:ext cx="1250700" cy="8826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6000"/>
              <a:buNone/>
              <a:defRPr sz="4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612" name="Google Shape;612;p50"/>
          <p:cNvSpPr txBox="1"/>
          <p:nvPr>
            <p:ph idx="1" type="subTitle"/>
          </p:nvPr>
        </p:nvSpPr>
        <p:spPr>
          <a:xfrm>
            <a:off x="4803450" y="3276490"/>
            <a:ext cx="3237900" cy="6960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500"/>
              <a:buNone/>
              <a:defRPr sz="1600">
                <a:solidFill>
                  <a:schemeClr val="lt1"/>
                </a:solidFill>
              </a:defRPr>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 and three columns">
    <p:spTree>
      <p:nvGrpSpPr>
        <p:cNvPr id="613" name="Shape 613"/>
        <p:cNvGrpSpPr/>
        <p:nvPr/>
      </p:nvGrpSpPr>
      <p:grpSpPr>
        <a:xfrm>
          <a:off x="0" y="0"/>
          <a:ext cx="0" cy="0"/>
          <a:chOff x="0" y="0"/>
          <a:chExt cx="0" cy="0"/>
        </a:xfrm>
      </p:grpSpPr>
      <p:sp>
        <p:nvSpPr>
          <p:cNvPr id="614" name="Google Shape;614;p51"/>
          <p:cNvSpPr/>
          <p:nvPr/>
        </p:nvSpPr>
        <p:spPr>
          <a:xfrm>
            <a:off x="6012630" y="-468024"/>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5" name="Google Shape;615;p51"/>
          <p:cNvGrpSpPr/>
          <p:nvPr/>
        </p:nvGrpSpPr>
        <p:grpSpPr>
          <a:xfrm>
            <a:off x="781650" y="-244100"/>
            <a:ext cx="7580700" cy="1303550"/>
            <a:chOff x="781650" y="-244100"/>
            <a:chExt cx="7580700" cy="1303550"/>
          </a:xfrm>
        </p:grpSpPr>
        <p:sp>
          <p:nvSpPr>
            <p:cNvPr id="616" name="Google Shape;616;p51"/>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1"/>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1"/>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1"/>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20" name="Google Shape;620;p51"/>
          <p:cNvSpPr/>
          <p:nvPr/>
        </p:nvSpPr>
        <p:spPr>
          <a:xfrm>
            <a:off x="-619551" y="3454488"/>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1"/>
          <p:cNvSpPr/>
          <p:nvPr/>
        </p:nvSpPr>
        <p:spPr>
          <a:xfrm>
            <a:off x="6824396" y="3192234"/>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51"/>
          <p:cNvSpPr/>
          <p:nvPr/>
        </p:nvSpPr>
        <p:spPr>
          <a:xfrm flipH="1">
            <a:off x="-2420250" y="445013"/>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51"/>
          <p:cNvSpPr/>
          <p:nvPr/>
        </p:nvSpPr>
        <p:spPr>
          <a:xfrm>
            <a:off x="8510675" y="1672588"/>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4" name="Google Shape;624;p51"/>
          <p:cNvSpPr txBox="1"/>
          <p:nvPr>
            <p:ph type="title"/>
          </p:nvPr>
        </p:nvSpPr>
        <p:spPr>
          <a:xfrm>
            <a:off x="707324" y="2553850"/>
            <a:ext cx="2238600" cy="538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accen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25" name="Google Shape;625;p51"/>
          <p:cNvSpPr txBox="1"/>
          <p:nvPr>
            <p:ph idx="1" type="subTitle"/>
          </p:nvPr>
        </p:nvSpPr>
        <p:spPr>
          <a:xfrm>
            <a:off x="707324" y="3014609"/>
            <a:ext cx="2238600" cy="631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26" name="Google Shape;626;p51"/>
          <p:cNvSpPr txBox="1"/>
          <p:nvPr>
            <p:ph idx="2" type="title"/>
          </p:nvPr>
        </p:nvSpPr>
        <p:spPr>
          <a:xfrm>
            <a:off x="3450775" y="2553850"/>
            <a:ext cx="2238600" cy="538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27" name="Google Shape;627;p51"/>
          <p:cNvSpPr txBox="1"/>
          <p:nvPr>
            <p:ph idx="3" type="subTitle"/>
          </p:nvPr>
        </p:nvSpPr>
        <p:spPr>
          <a:xfrm>
            <a:off x="3450775" y="3014609"/>
            <a:ext cx="2238600" cy="631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28" name="Google Shape;628;p51"/>
          <p:cNvSpPr txBox="1"/>
          <p:nvPr>
            <p:ph idx="4" type="title"/>
          </p:nvPr>
        </p:nvSpPr>
        <p:spPr>
          <a:xfrm>
            <a:off x="6198126" y="2553850"/>
            <a:ext cx="2238600" cy="538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accen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29" name="Google Shape;629;p51"/>
          <p:cNvSpPr txBox="1"/>
          <p:nvPr>
            <p:ph idx="5" type="subTitle"/>
          </p:nvPr>
        </p:nvSpPr>
        <p:spPr>
          <a:xfrm>
            <a:off x="6198126" y="3014609"/>
            <a:ext cx="2238600" cy="631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30" name="Google Shape;630;p51"/>
          <p:cNvSpPr txBox="1"/>
          <p:nvPr>
            <p:ph idx="6" type="title"/>
          </p:nvPr>
        </p:nvSpPr>
        <p:spPr>
          <a:xfrm>
            <a:off x="827900" y="445025"/>
            <a:ext cx="74883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 and four columns">
    <p:spTree>
      <p:nvGrpSpPr>
        <p:cNvPr id="631" name="Shape 631"/>
        <p:cNvGrpSpPr/>
        <p:nvPr/>
      </p:nvGrpSpPr>
      <p:grpSpPr>
        <a:xfrm>
          <a:off x="0" y="0"/>
          <a:ext cx="0" cy="0"/>
          <a:chOff x="0" y="0"/>
          <a:chExt cx="0" cy="0"/>
        </a:xfrm>
      </p:grpSpPr>
      <p:sp>
        <p:nvSpPr>
          <p:cNvPr id="632" name="Google Shape;632;p52"/>
          <p:cNvSpPr/>
          <p:nvPr/>
        </p:nvSpPr>
        <p:spPr>
          <a:xfrm rot="10800000">
            <a:off x="-17314" y="-11702"/>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52"/>
          <p:cNvSpPr/>
          <p:nvPr/>
        </p:nvSpPr>
        <p:spPr>
          <a:xfrm rot="10800000">
            <a:off x="6661661" y="-12"/>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52"/>
          <p:cNvSpPr/>
          <p:nvPr/>
        </p:nvSpPr>
        <p:spPr>
          <a:xfrm flipH="1">
            <a:off x="-502679" y="341255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52"/>
          <p:cNvSpPr/>
          <p:nvPr/>
        </p:nvSpPr>
        <p:spPr>
          <a:xfrm>
            <a:off x="5632200" y="3964949"/>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52"/>
          <p:cNvSpPr/>
          <p:nvPr/>
        </p:nvSpPr>
        <p:spPr>
          <a:xfrm>
            <a:off x="2794400" y="4547538"/>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7" name="Google Shape;637;p52"/>
          <p:cNvGrpSpPr/>
          <p:nvPr/>
        </p:nvGrpSpPr>
        <p:grpSpPr>
          <a:xfrm>
            <a:off x="781650" y="-244100"/>
            <a:ext cx="7580700" cy="1303550"/>
            <a:chOff x="781650" y="-244100"/>
            <a:chExt cx="7580700" cy="1303550"/>
          </a:xfrm>
        </p:grpSpPr>
        <p:sp>
          <p:nvSpPr>
            <p:cNvPr id="638" name="Google Shape;638;p52"/>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52"/>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52"/>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52"/>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2" name="Google Shape;642;p52"/>
          <p:cNvSpPr txBox="1"/>
          <p:nvPr>
            <p:ph type="title"/>
          </p:nvPr>
        </p:nvSpPr>
        <p:spPr>
          <a:xfrm>
            <a:off x="717525" y="3412553"/>
            <a:ext cx="2516400" cy="396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accen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43" name="Google Shape;643;p52"/>
          <p:cNvSpPr txBox="1"/>
          <p:nvPr>
            <p:ph idx="1" type="subTitle"/>
          </p:nvPr>
        </p:nvSpPr>
        <p:spPr>
          <a:xfrm>
            <a:off x="717525" y="3732590"/>
            <a:ext cx="2516400" cy="62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44" name="Google Shape;644;p52"/>
          <p:cNvSpPr txBox="1"/>
          <p:nvPr>
            <p:ph idx="2" type="title"/>
          </p:nvPr>
        </p:nvSpPr>
        <p:spPr>
          <a:xfrm>
            <a:off x="5910075" y="1530864"/>
            <a:ext cx="2516400" cy="396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accen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45" name="Google Shape;645;p52"/>
          <p:cNvSpPr txBox="1"/>
          <p:nvPr>
            <p:ph idx="3" type="subTitle"/>
          </p:nvPr>
        </p:nvSpPr>
        <p:spPr>
          <a:xfrm>
            <a:off x="5910075" y="1852961"/>
            <a:ext cx="2516400" cy="62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46" name="Google Shape;646;p52"/>
          <p:cNvSpPr txBox="1"/>
          <p:nvPr>
            <p:ph idx="4" type="title"/>
          </p:nvPr>
        </p:nvSpPr>
        <p:spPr>
          <a:xfrm>
            <a:off x="717525" y="1530848"/>
            <a:ext cx="2516400" cy="396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accen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47" name="Google Shape;647;p52"/>
          <p:cNvSpPr txBox="1"/>
          <p:nvPr>
            <p:ph idx="5" type="subTitle"/>
          </p:nvPr>
        </p:nvSpPr>
        <p:spPr>
          <a:xfrm>
            <a:off x="717525" y="1850844"/>
            <a:ext cx="2516400" cy="62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48" name="Google Shape;648;p52"/>
          <p:cNvSpPr txBox="1"/>
          <p:nvPr>
            <p:ph idx="6" type="title"/>
          </p:nvPr>
        </p:nvSpPr>
        <p:spPr>
          <a:xfrm>
            <a:off x="5910075" y="3412553"/>
            <a:ext cx="2516400" cy="396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accen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49" name="Google Shape;649;p52"/>
          <p:cNvSpPr txBox="1"/>
          <p:nvPr>
            <p:ph idx="7" type="subTitle"/>
          </p:nvPr>
        </p:nvSpPr>
        <p:spPr>
          <a:xfrm>
            <a:off x="5910075" y="3732590"/>
            <a:ext cx="2516400" cy="62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50" name="Google Shape;650;p52"/>
          <p:cNvSpPr txBox="1"/>
          <p:nvPr>
            <p:ph idx="8" type="title"/>
          </p:nvPr>
        </p:nvSpPr>
        <p:spPr>
          <a:xfrm>
            <a:off x="539400" y="445025"/>
            <a:ext cx="80652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solidFill>
                  <a:schemeClr val="dk1"/>
                </a:solidFill>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Title and six columns">
    <p:spTree>
      <p:nvGrpSpPr>
        <p:cNvPr id="651" name="Shape 651"/>
        <p:cNvGrpSpPr/>
        <p:nvPr/>
      </p:nvGrpSpPr>
      <p:grpSpPr>
        <a:xfrm>
          <a:off x="0" y="0"/>
          <a:ext cx="0" cy="0"/>
          <a:chOff x="0" y="0"/>
          <a:chExt cx="0" cy="0"/>
        </a:xfrm>
      </p:grpSpPr>
      <p:sp>
        <p:nvSpPr>
          <p:cNvPr id="652" name="Google Shape;652;p53"/>
          <p:cNvSpPr/>
          <p:nvPr/>
        </p:nvSpPr>
        <p:spPr>
          <a:xfrm rot="10800000">
            <a:off x="9" y="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53"/>
          <p:cNvSpPr/>
          <p:nvPr/>
        </p:nvSpPr>
        <p:spPr>
          <a:xfrm rot="10800000">
            <a:off x="6661661" y="1"/>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53"/>
          <p:cNvSpPr/>
          <p:nvPr/>
        </p:nvSpPr>
        <p:spPr>
          <a:xfrm>
            <a:off x="5760555" y="4092576"/>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53"/>
          <p:cNvSpPr/>
          <p:nvPr/>
        </p:nvSpPr>
        <p:spPr>
          <a:xfrm flipH="1">
            <a:off x="-290125" y="4163601"/>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56" name="Google Shape;656;p53"/>
          <p:cNvGrpSpPr/>
          <p:nvPr/>
        </p:nvGrpSpPr>
        <p:grpSpPr>
          <a:xfrm>
            <a:off x="781650" y="-244100"/>
            <a:ext cx="7580700" cy="1303550"/>
            <a:chOff x="781650" y="-244100"/>
            <a:chExt cx="7580700" cy="1303550"/>
          </a:xfrm>
        </p:grpSpPr>
        <p:sp>
          <p:nvSpPr>
            <p:cNvPr id="657" name="Google Shape;657;p53"/>
            <p:cNvSpPr/>
            <p:nvPr/>
          </p:nvSpPr>
          <p:spPr>
            <a:xfrm>
              <a:off x="781650" y="395550"/>
              <a:ext cx="75807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53"/>
            <p:cNvSpPr/>
            <p:nvPr/>
          </p:nvSpPr>
          <p:spPr>
            <a:xfrm>
              <a:off x="832500" y="445025"/>
              <a:ext cx="7479000" cy="5727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53"/>
            <p:cNvSpPr/>
            <p:nvPr/>
          </p:nvSpPr>
          <p:spPr>
            <a:xfrm>
              <a:off x="7095638"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53"/>
            <p:cNvSpPr/>
            <p:nvPr/>
          </p:nvSpPr>
          <p:spPr>
            <a:xfrm>
              <a:off x="1995263" y="-244100"/>
              <a:ext cx="53100" cy="6639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1" name="Google Shape;661;p53"/>
          <p:cNvSpPr txBox="1"/>
          <p:nvPr>
            <p:ph type="title"/>
          </p:nvPr>
        </p:nvSpPr>
        <p:spPr>
          <a:xfrm>
            <a:off x="720439" y="1949341"/>
            <a:ext cx="2208000" cy="396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accen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62" name="Google Shape;662;p53"/>
          <p:cNvSpPr txBox="1"/>
          <p:nvPr>
            <p:ph idx="1" type="subTitle"/>
          </p:nvPr>
        </p:nvSpPr>
        <p:spPr>
          <a:xfrm>
            <a:off x="720439" y="2307776"/>
            <a:ext cx="2208000" cy="648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63" name="Google Shape;663;p53"/>
          <p:cNvSpPr txBox="1"/>
          <p:nvPr>
            <p:ph idx="2" type="title"/>
          </p:nvPr>
        </p:nvSpPr>
        <p:spPr>
          <a:xfrm>
            <a:off x="3412250" y="3553763"/>
            <a:ext cx="2208000" cy="396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accen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64" name="Google Shape;664;p53"/>
          <p:cNvSpPr txBox="1"/>
          <p:nvPr>
            <p:ph idx="3" type="subTitle"/>
          </p:nvPr>
        </p:nvSpPr>
        <p:spPr>
          <a:xfrm>
            <a:off x="3412250" y="3912936"/>
            <a:ext cx="2208000" cy="648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65" name="Google Shape;665;p53"/>
          <p:cNvSpPr txBox="1"/>
          <p:nvPr>
            <p:ph idx="4" type="title"/>
          </p:nvPr>
        </p:nvSpPr>
        <p:spPr>
          <a:xfrm>
            <a:off x="6231186" y="1949341"/>
            <a:ext cx="2196600" cy="396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accen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66" name="Google Shape;666;p53"/>
          <p:cNvSpPr txBox="1"/>
          <p:nvPr>
            <p:ph idx="5" type="subTitle"/>
          </p:nvPr>
        </p:nvSpPr>
        <p:spPr>
          <a:xfrm>
            <a:off x="6231186" y="2307776"/>
            <a:ext cx="2196600" cy="648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67" name="Google Shape;667;p53"/>
          <p:cNvSpPr txBox="1"/>
          <p:nvPr>
            <p:ph idx="6" type="title"/>
          </p:nvPr>
        </p:nvSpPr>
        <p:spPr>
          <a:xfrm>
            <a:off x="3417950" y="1949341"/>
            <a:ext cx="2196600" cy="396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68" name="Google Shape;668;p53"/>
          <p:cNvSpPr txBox="1"/>
          <p:nvPr>
            <p:ph idx="7" type="subTitle"/>
          </p:nvPr>
        </p:nvSpPr>
        <p:spPr>
          <a:xfrm>
            <a:off x="3417950" y="2307776"/>
            <a:ext cx="2196600" cy="648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69" name="Google Shape;669;p53"/>
          <p:cNvSpPr txBox="1"/>
          <p:nvPr>
            <p:ph idx="8" type="title"/>
          </p:nvPr>
        </p:nvSpPr>
        <p:spPr>
          <a:xfrm>
            <a:off x="720439" y="3553763"/>
            <a:ext cx="2208000" cy="396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70" name="Google Shape;670;p53"/>
          <p:cNvSpPr txBox="1"/>
          <p:nvPr>
            <p:ph idx="9" type="subTitle"/>
          </p:nvPr>
        </p:nvSpPr>
        <p:spPr>
          <a:xfrm>
            <a:off x="720439" y="3912936"/>
            <a:ext cx="2208000" cy="648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71" name="Google Shape;671;p53"/>
          <p:cNvSpPr txBox="1"/>
          <p:nvPr>
            <p:ph idx="13" type="title"/>
          </p:nvPr>
        </p:nvSpPr>
        <p:spPr>
          <a:xfrm>
            <a:off x="6231186" y="3553763"/>
            <a:ext cx="2196600" cy="396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2200">
                <a:solidFill>
                  <a:schemeClr val="lt2"/>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72" name="Google Shape;672;p53"/>
          <p:cNvSpPr txBox="1"/>
          <p:nvPr>
            <p:ph idx="14" type="subTitle"/>
          </p:nvPr>
        </p:nvSpPr>
        <p:spPr>
          <a:xfrm>
            <a:off x="6231186" y="3912936"/>
            <a:ext cx="2196600" cy="648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73" name="Google Shape;673;p53"/>
          <p:cNvSpPr txBox="1"/>
          <p:nvPr>
            <p:ph idx="15" type="title"/>
          </p:nvPr>
        </p:nvSpPr>
        <p:spPr>
          <a:xfrm>
            <a:off x="717525" y="445025"/>
            <a:ext cx="77088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5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Numbers and text">
    <p:spTree>
      <p:nvGrpSpPr>
        <p:cNvPr id="674" name="Shape 674"/>
        <p:cNvGrpSpPr/>
        <p:nvPr/>
      </p:nvGrpSpPr>
      <p:grpSpPr>
        <a:xfrm>
          <a:off x="0" y="0"/>
          <a:ext cx="0" cy="0"/>
          <a:chOff x="0" y="0"/>
          <a:chExt cx="0" cy="0"/>
        </a:xfrm>
      </p:grpSpPr>
      <p:sp>
        <p:nvSpPr>
          <p:cNvPr id="675" name="Google Shape;675;p54"/>
          <p:cNvSpPr txBox="1"/>
          <p:nvPr>
            <p:ph type="title"/>
          </p:nvPr>
        </p:nvSpPr>
        <p:spPr>
          <a:xfrm>
            <a:off x="2368625" y="548675"/>
            <a:ext cx="4406700" cy="603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5000">
                <a:solidFill>
                  <a:schemeClr val="accent1"/>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676" name="Google Shape;676;p54"/>
          <p:cNvSpPr txBox="1"/>
          <p:nvPr>
            <p:ph idx="1" type="subTitle"/>
          </p:nvPr>
        </p:nvSpPr>
        <p:spPr>
          <a:xfrm>
            <a:off x="2368625" y="1145641"/>
            <a:ext cx="4406700" cy="303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chemeClr val="accent1"/>
                </a:solidFill>
              </a:defRPr>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77" name="Google Shape;677;p54"/>
          <p:cNvSpPr txBox="1"/>
          <p:nvPr>
            <p:ph idx="2" type="title"/>
          </p:nvPr>
        </p:nvSpPr>
        <p:spPr>
          <a:xfrm>
            <a:off x="2368625" y="2097040"/>
            <a:ext cx="4406700" cy="603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5000">
                <a:solidFill>
                  <a:schemeClr val="lt2"/>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678" name="Google Shape;678;p54"/>
          <p:cNvSpPr txBox="1"/>
          <p:nvPr>
            <p:ph idx="3" type="subTitle"/>
          </p:nvPr>
        </p:nvSpPr>
        <p:spPr>
          <a:xfrm>
            <a:off x="2368625" y="2694708"/>
            <a:ext cx="4406700" cy="30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chemeClr val="accent1"/>
                </a:solidFill>
              </a:defRPr>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79" name="Google Shape;679;p54"/>
          <p:cNvSpPr txBox="1"/>
          <p:nvPr>
            <p:ph idx="4" type="title"/>
          </p:nvPr>
        </p:nvSpPr>
        <p:spPr>
          <a:xfrm>
            <a:off x="2368625" y="3645406"/>
            <a:ext cx="4406700" cy="603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200"/>
              <a:buNone/>
              <a:defRPr sz="5000">
                <a:solidFill>
                  <a:schemeClr val="accent1"/>
                </a:solidFill>
              </a:defRPr>
            </a:lvl1pPr>
            <a:lvl2pPr lvl="1" algn="ctr">
              <a:lnSpc>
                <a:spcPct val="100000"/>
              </a:lnSpc>
              <a:spcBef>
                <a:spcPts val="0"/>
              </a:spcBef>
              <a:spcAft>
                <a:spcPts val="0"/>
              </a:spcAft>
              <a:buSzPts val="6200"/>
              <a:buNone/>
              <a:defRPr sz="6200"/>
            </a:lvl2pPr>
            <a:lvl3pPr lvl="2" algn="ctr">
              <a:lnSpc>
                <a:spcPct val="100000"/>
              </a:lnSpc>
              <a:spcBef>
                <a:spcPts val="0"/>
              </a:spcBef>
              <a:spcAft>
                <a:spcPts val="0"/>
              </a:spcAft>
              <a:buSzPts val="6200"/>
              <a:buNone/>
              <a:defRPr sz="6200"/>
            </a:lvl3pPr>
            <a:lvl4pPr lvl="3" algn="ctr">
              <a:lnSpc>
                <a:spcPct val="100000"/>
              </a:lnSpc>
              <a:spcBef>
                <a:spcPts val="0"/>
              </a:spcBef>
              <a:spcAft>
                <a:spcPts val="0"/>
              </a:spcAft>
              <a:buSzPts val="6200"/>
              <a:buNone/>
              <a:defRPr sz="6200"/>
            </a:lvl4pPr>
            <a:lvl5pPr lvl="4" algn="ctr">
              <a:lnSpc>
                <a:spcPct val="100000"/>
              </a:lnSpc>
              <a:spcBef>
                <a:spcPts val="0"/>
              </a:spcBef>
              <a:spcAft>
                <a:spcPts val="0"/>
              </a:spcAft>
              <a:buSzPts val="6200"/>
              <a:buNone/>
              <a:defRPr sz="6200"/>
            </a:lvl5pPr>
            <a:lvl6pPr lvl="5" algn="ctr">
              <a:lnSpc>
                <a:spcPct val="100000"/>
              </a:lnSpc>
              <a:spcBef>
                <a:spcPts val="0"/>
              </a:spcBef>
              <a:spcAft>
                <a:spcPts val="0"/>
              </a:spcAft>
              <a:buSzPts val="6200"/>
              <a:buNone/>
              <a:defRPr sz="6200"/>
            </a:lvl6pPr>
            <a:lvl7pPr lvl="6" algn="ctr">
              <a:lnSpc>
                <a:spcPct val="100000"/>
              </a:lnSpc>
              <a:spcBef>
                <a:spcPts val="0"/>
              </a:spcBef>
              <a:spcAft>
                <a:spcPts val="0"/>
              </a:spcAft>
              <a:buSzPts val="6200"/>
              <a:buNone/>
              <a:defRPr sz="6200"/>
            </a:lvl7pPr>
            <a:lvl8pPr lvl="7" algn="ctr">
              <a:lnSpc>
                <a:spcPct val="100000"/>
              </a:lnSpc>
              <a:spcBef>
                <a:spcPts val="0"/>
              </a:spcBef>
              <a:spcAft>
                <a:spcPts val="0"/>
              </a:spcAft>
              <a:buSzPts val="6200"/>
              <a:buNone/>
              <a:defRPr sz="6200"/>
            </a:lvl8pPr>
            <a:lvl9pPr lvl="8" algn="ctr">
              <a:lnSpc>
                <a:spcPct val="100000"/>
              </a:lnSpc>
              <a:spcBef>
                <a:spcPts val="0"/>
              </a:spcBef>
              <a:spcAft>
                <a:spcPts val="0"/>
              </a:spcAft>
              <a:buSzPts val="6200"/>
              <a:buNone/>
              <a:defRPr sz="6200"/>
            </a:lvl9pPr>
          </a:lstStyle>
          <a:p/>
        </p:txBody>
      </p:sp>
      <p:sp>
        <p:nvSpPr>
          <p:cNvPr id="680" name="Google Shape;680;p54"/>
          <p:cNvSpPr txBox="1"/>
          <p:nvPr>
            <p:ph idx="5" type="subTitle"/>
          </p:nvPr>
        </p:nvSpPr>
        <p:spPr>
          <a:xfrm>
            <a:off x="2368625" y="4242275"/>
            <a:ext cx="4406700" cy="303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solidFill>
                  <a:schemeClr val="accent1"/>
                </a:solidFill>
              </a:defRPr>
            </a:lvl1pPr>
            <a:lvl2pPr lvl="1" algn="ctr">
              <a:lnSpc>
                <a:spcPct val="100000"/>
              </a:lnSpc>
              <a:spcBef>
                <a:spcPts val="0"/>
              </a:spcBef>
              <a:spcAft>
                <a:spcPts val="0"/>
              </a:spcAft>
              <a:buSzPts val="1500"/>
              <a:buNone/>
              <a:defRPr/>
            </a:lvl2pPr>
            <a:lvl3pPr lvl="2" algn="ctr">
              <a:lnSpc>
                <a:spcPct val="100000"/>
              </a:lnSpc>
              <a:spcBef>
                <a:spcPts val="0"/>
              </a:spcBef>
              <a:spcAft>
                <a:spcPts val="0"/>
              </a:spcAft>
              <a:buSzPts val="1500"/>
              <a:buNone/>
              <a:defRPr/>
            </a:lvl3pPr>
            <a:lvl4pPr lvl="3" algn="ctr">
              <a:lnSpc>
                <a:spcPct val="100000"/>
              </a:lnSpc>
              <a:spcBef>
                <a:spcPts val="0"/>
              </a:spcBef>
              <a:spcAft>
                <a:spcPts val="0"/>
              </a:spcAft>
              <a:buSzPts val="1500"/>
              <a:buNone/>
              <a:defRPr/>
            </a:lvl4pPr>
            <a:lvl5pPr lvl="4" algn="ctr">
              <a:lnSpc>
                <a:spcPct val="100000"/>
              </a:lnSpc>
              <a:spcBef>
                <a:spcPts val="0"/>
              </a:spcBef>
              <a:spcAft>
                <a:spcPts val="0"/>
              </a:spcAft>
              <a:buSzPts val="1500"/>
              <a:buNone/>
              <a:defRPr/>
            </a:lvl5pPr>
            <a:lvl6pPr lvl="5" algn="ctr">
              <a:lnSpc>
                <a:spcPct val="100000"/>
              </a:lnSpc>
              <a:spcBef>
                <a:spcPts val="0"/>
              </a:spcBef>
              <a:spcAft>
                <a:spcPts val="0"/>
              </a:spcAft>
              <a:buSzPts val="1500"/>
              <a:buNone/>
              <a:defRPr/>
            </a:lvl6pPr>
            <a:lvl7pPr lvl="6" algn="ctr">
              <a:lnSpc>
                <a:spcPct val="100000"/>
              </a:lnSpc>
              <a:spcBef>
                <a:spcPts val="0"/>
              </a:spcBef>
              <a:spcAft>
                <a:spcPts val="0"/>
              </a:spcAft>
              <a:buSzPts val="1500"/>
              <a:buNone/>
              <a:defRPr/>
            </a:lvl7pPr>
            <a:lvl8pPr lvl="7" algn="ctr">
              <a:lnSpc>
                <a:spcPct val="100000"/>
              </a:lnSpc>
              <a:spcBef>
                <a:spcPts val="0"/>
              </a:spcBef>
              <a:spcAft>
                <a:spcPts val="0"/>
              </a:spcAft>
              <a:buSzPts val="1500"/>
              <a:buNone/>
              <a:defRPr/>
            </a:lvl8pPr>
            <a:lvl9pPr lvl="8" algn="ctr">
              <a:lnSpc>
                <a:spcPct val="100000"/>
              </a:lnSpc>
              <a:spcBef>
                <a:spcPts val="0"/>
              </a:spcBef>
              <a:spcAft>
                <a:spcPts val="0"/>
              </a:spcAft>
              <a:buSzPts val="1500"/>
              <a:buNone/>
              <a:defRPr/>
            </a:lvl9pPr>
          </a:lstStyle>
          <a:p/>
        </p:txBody>
      </p:sp>
      <p:sp>
        <p:nvSpPr>
          <p:cNvPr id="681" name="Google Shape;681;p54"/>
          <p:cNvSpPr/>
          <p:nvPr/>
        </p:nvSpPr>
        <p:spPr>
          <a:xfrm>
            <a:off x="5228055" y="3805201"/>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54"/>
          <p:cNvSpPr/>
          <p:nvPr/>
        </p:nvSpPr>
        <p:spPr>
          <a:xfrm>
            <a:off x="11" y="2964363"/>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54"/>
          <p:cNvSpPr/>
          <p:nvPr/>
        </p:nvSpPr>
        <p:spPr>
          <a:xfrm flipH="1" rot="10800000">
            <a:off x="6345121" y="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54"/>
          <p:cNvSpPr/>
          <p:nvPr/>
        </p:nvSpPr>
        <p:spPr>
          <a:xfrm flipH="1">
            <a:off x="-843700" y="-258949"/>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54"/>
          <p:cNvSpPr/>
          <p:nvPr/>
        </p:nvSpPr>
        <p:spPr>
          <a:xfrm>
            <a:off x="152500" y="2129850"/>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hanks">
    <p:spTree>
      <p:nvGrpSpPr>
        <p:cNvPr id="686" name="Shape 686"/>
        <p:cNvGrpSpPr/>
        <p:nvPr/>
      </p:nvGrpSpPr>
      <p:grpSpPr>
        <a:xfrm>
          <a:off x="0" y="0"/>
          <a:ext cx="0" cy="0"/>
          <a:chOff x="0" y="0"/>
          <a:chExt cx="0" cy="0"/>
        </a:xfrm>
      </p:grpSpPr>
      <p:grpSp>
        <p:nvGrpSpPr>
          <p:cNvPr id="687" name="Google Shape;687;p55"/>
          <p:cNvGrpSpPr/>
          <p:nvPr/>
        </p:nvGrpSpPr>
        <p:grpSpPr>
          <a:xfrm>
            <a:off x="1246725" y="-1582299"/>
            <a:ext cx="6826800" cy="3620425"/>
            <a:chOff x="1246725" y="-1582299"/>
            <a:chExt cx="6826800" cy="3620425"/>
          </a:xfrm>
        </p:grpSpPr>
        <p:grpSp>
          <p:nvGrpSpPr>
            <p:cNvPr id="688" name="Google Shape;688;p55"/>
            <p:cNvGrpSpPr/>
            <p:nvPr/>
          </p:nvGrpSpPr>
          <p:grpSpPr>
            <a:xfrm>
              <a:off x="1246725" y="-1582299"/>
              <a:ext cx="6826800" cy="3620425"/>
              <a:chOff x="1246725" y="-1582299"/>
              <a:chExt cx="6826800" cy="3620425"/>
            </a:xfrm>
          </p:grpSpPr>
          <p:sp>
            <p:nvSpPr>
              <p:cNvPr id="689" name="Google Shape;689;p55"/>
              <p:cNvSpPr/>
              <p:nvPr/>
            </p:nvSpPr>
            <p:spPr>
              <a:xfrm rot="10800000">
                <a:off x="1246725" y="317926"/>
                <a:ext cx="6826800" cy="1720200"/>
              </a:xfrm>
              <a:prstGeom prst="roundRect">
                <a:avLst>
                  <a:gd fmla="val 7713"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55"/>
              <p:cNvSpPr/>
              <p:nvPr/>
            </p:nvSpPr>
            <p:spPr>
              <a:xfrm rot="10800000">
                <a:off x="5796900" y="-1582299"/>
                <a:ext cx="74400" cy="3032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55"/>
              <p:cNvSpPr/>
              <p:nvPr/>
            </p:nvSpPr>
            <p:spPr>
              <a:xfrm rot="10800000">
                <a:off x="3402425" y="-1582299"/>
                <a:ext cx="74400" cy="3032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92" name="Google Shape;692;p55"/>
            <p:cNvSpPr/>
            <p:nvPr/>
          </p:nvSpPr>
          <p:spPr>
            <a:xfrm rot="10800000">
              <a:off x="1358794" y="403019"/>
              <a:ext cx="6610800" cy="1554000"/>
            </a:xfrm>
            <a:prstGeom prst="roundRect">
              <a:avLst>
                <a:gd fmla="val 7713"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93" name="Google Shape;693;p55"/>
          <p:cNvSpPr txBox="1"/>
          <p:nvPr>
            <p:ph type="ctrTitle"/>
          </p:nvPr>
        </p:nvSpPr>
        <p:spPr>
          <a:xfrm>
            <a:off x="1973400" y="534887"/>
            <a:ext cx="5197200" cy="1288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5200"/>
              <a:buNone/>
              <a:defRPr sz="8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94" name="Google Shape;694;p55"/>
          <p:cNvSpPr txBox="1"/>
          <p:nvPr>
            <p:ph idx="1" type="subTitle"/>
          </p:nvPr>
        </p:nvSpPr>
        <p:spPr>
          <a:xfrm>
            <a:off x="1973400" y="2713425"/>
            <a:ext cx="5197200" cy="1011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5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95" name="Google Shape;695;p55"/>
          <p:cNvSpPr/>
          <p:nvPr/>
        </p:nvSpPr>
        <p:spPr>
          <a:xfrm>
            <a:off x="-70139" y="3314213"/>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55"/>
          <p:cNvSpPr/>
          <p:nvPr/>
        </p:nvSpPr>
        <p:spPr>
          <a:xfrm>
            <a:off x="6345121" y="3314221"/>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55"/>
          <p:cNvSpPr/>
          <p:nvPr/>
        </p:nvSpPr>
        <p:spPr>
          <a:xfrm>
            <a:off x="597300" y="2273775"/>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55"/>
          <p:cNvSpPr/>
          <p:nvPr/>
        </p:nvSpPr>
        <p:spPr>
          <a:xfrm flipH="1" rot="10800000">
            <a:off x="-387464" y="-565304"/>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55"/>
          <p:cNvSpPr/>
          <p:nvPr/>
        </p:nvSpPr>
        <p:spPr>
          <a:xfrm flipH="1" rot="10800000">
            <a:off x="6602296" y="-70557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55"/>
          <p:cNvSpPr/>
          <p:nvPr/>
        </p:nvSpPr>
        <p:spPr>
          <a:xfrm>
            <a:off x="6851725" y="1958200"/>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p55"/>
          <p:cNvSpPr txBox="1"/>
          <p:nvPr/>
        </p:nvSpPr>
        <p:spPr>
          <a:xfrm>
            <a:off x="2187300" y="3717801"/>
            <a:ext cx="4769400" cy="643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en" sz="1200" u="none" cap="none" strike="noStrike">
                <a:solidFill>
                  <a:schemeClr val="accent4"/>
                </a:solidFill>
                <a:latin typeface="Raleway"/>
                <a:ea typeface="Raleway"/>
                <a:cs typeface="Raleway"/>
                <a:sym typeface="Raleway"/>
              </a:rPr>
              <a:t>CREDITS:</a:t>
            </a:r>
            <a:r>
              <a:rPr b="0" i="0" lang="en" sz="1200" u="none" cap="none" strike="noStrike">
                <a:solidFill>
                  <a:schemeClr val="accent4"/>
                </a:solidFill>
                <a:latin typeface="Raleway"/>
                <a:ea typeface="Raleway"/>
                <a:cs typeface="Raleway"/>
                <a:sym typeface="Raleway"/>
              </a:rPr>
              <a:t> This presentation template was created by </a:t>
            </a:r>
            <a:r>
              <a:rPr b="1" i="0" lang="en" sz="1200" u="none" cap="none" strike="noStrike">
                <a:solidFill>
                  <a:schemeClr val="hlink"/>
                </a:solidFill>
                <a:uFill>
                  <a:noFill/>
                </a:uFill>
                <a:latin typeface="Raleway"/>
                <a:ea typeface="Raleway"/>
                <a:cs typeface="Raleway"/>
                <a:sym typeface="Raleway"/>
                <a:hlinkClick r:id="rId2"/>
              </a:rPr>
              <a:t>Slidesgo</a:t>
            </a:r>
            <a:r>
              <a:rPr b="1" i="0" lang="en" sz="1200" u="none" cap="none" strike="noStrike">
                <a:solidFill>
                  <a:schemeClr val="accent4"/>
                </a:solidFill>
                <a:latin typeface="Raleway"/>
                <a:ea typeface="Raleway"/>
                <a:cs typeface="Raleway"/>
                <a:sym typeface="Raleway"/>
              </a:rPr>
              <a:t>,</a:t>
            </a:r>
            <a:r>
              <a:rPr b="0" i="0" lang="en" sz="1200" u="none" cap="none" strike="noStrike">
                <a:solidFill>
                  <a:schemeClr val="accent4"/>
                </a:solidFill>
                <a:latin typeface="Raleway"/>
                <a:ea typeface="Raleway"/>
                <a:cs typeface="Raleway"/>
                <a:sym typeface="Raleway"/>
              </a:rPr>
              <a:t> including icons by </a:t>
            </a:r>
            <a:r>
              <a:rPr b="1" i="0" lang="en" sz="1200" u="none" cap="none" strike="noStrike">
                <a:solidFill>
                  <a:schemeClr val="hlink"/>
                </a:solidFill>
                <a:uFill>
                  <a:noFill/>
                </a:uFill>
                <a:latin typeface="Raleway"/>
                <a:ea typeface="Raleway"/>
                <a:cs typeface="Raleway"/>
                <a:sym typeface="Raleway"/>
                <a:hlinkClick r:id="rId3"/>
              </a:rPr>
              <a:t>Flaticon</a:t>
            </a:r>
            <a:r>
              <a:rPr b="0" i="0" lang="en" sz="1200" u="none" cap="none" strike="noStrike">
                <a:solidFill>
                  <a:schemeClr val="accent4"/>
                </a:solidFill>
                <a:latin typeface="Raleway"/>
                <a:ea typeface="Raleway"/>
                <a:cs typeface="Raleway"/>
                <a:sym typeface="Raleway"/>
              </a:rPr>
              <a:t>, infographics &amp; images by </a:t>
            </a:r>
            <a:r>
              <a:rPr b="1" i="0" lang="en" sz="1200" u="none" cap="none" strike="noStrike">
                <a:solidFill>
                  <a:schemeClr val="hlink"/>
                </a:solidFill>
                <a:uFill>
                  <a:noFill/>
                </a:uFill>
                <a:latin typeface="Raleway"/>
                <a:ea typeface="Raleway"/>
                <a:cs typeface="Raleway"/>
                <a:sym typeface="Raleway"/>
                <a:hlinkClick r:id="rId4"/>
              </a:rPr>
              <a:t>Freepik</a:t>
            </a:r>
            <a:r>
              <a:rPr b="0" i="0" lang="en" sz="1200" u="none" cap="none" strike="noStrike">
                <a:solidFill>
                  <a:schemeClr val="accent4"/>
                </a:solidFill>
                <a:latin typeface="Raleway"/>
                <a:ea typeface="Raleway"/>
                <a:cs typeface="Raleway"/>
                <a:sym typeface="Raleway"/>
              </a:rPr>
              <a:t> </a:t>
            </a:r>
            <a:endParaRPr b="0" i="0" sz="1200" u="none" cap="none" strike="noStrike">
              <a:solidFill>
                <a:schemeClr val="accent4"/>
              </a:solidFill>
              <a:latin typeface="Raleway"/>
              <a:ea typeface="Raleway"/>
              <a:cs typeface="Raleway"/>
              <a:sym typeface="Raleway"/>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ackground">
    <p:spTree>
      <p:nvGrpSpPr>
        <p:cNvPr id="702" name="Shape 702"/>
        <p:cNvGrpSpPr/>
        <p:nvPr/>
      </p:nvGrpSpPr>
      <p:grpSpPr>
        <a:xfrm>
          <a:off x="0" y="0"/>
          <a:ext cx="0" cy="0"/>
          <a:chOff x="0" y="0"/>
          <a:chExt cx="0" cy="0"/>
        </a:xfrm>
      </p:grpSpPr>
      <p:sp>
        <p:nvSpPr>
          <p:cNvPr id="703" name="Google Shape;703;p56"/>
          <p:cNvSpPr/>
          <p:nvPr/>
        </p:nvSpPr>
        <p:spPr>
          <a:xfrm>
            <a:off x="6012630" y="-468024"/>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56"/>
          <p:cNvSpPr/>
          <p:nvPr/>
        </p:nvSpPr>
        <p:spPr>
          <a:xfrm>
            <a:off x="-619551" y="3454488"/>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56"/>
          <p:cNvSpPr/>
          <p:nvPr/>
        </p:nvSpPr>
        <p:spPr>
          <a:xfrm>
            <a:off x="6824396" y="3192234"/>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56"/>
          <p:cNvSpPr/>
          <p:nvPr/>
        </p:nvSpPr>
        <p:spPr>
          <a:xfrm flipH="1">
            <a:off x="-2420250" y="445013"/>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56"/>
          <p:cNvSpPr/>
          <p:nvPr/>
        </p:nvSpPr>
        <p:spPr>
          <a:xfrm>
            <a:off x="8510675" y="1672588"/>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ackground 1">
    <p:spTree>
      <p:nvGrpSpPr>
        <p:cNvPr id="708" name="Shape 708"/>
        <p:cNvGrpSpPr/>
        <p:nvPr/>
      </p:nvGrpSpPr>
      <p:grpSpPr>
        <a:xfrm>
          <a:off x="0" y="0"/>
          <a:ext cx="0" cy="0"/>
          <a:chOff x="0" y="0"/>
          <a:chExt cx="0" cy="0"/>
        </a:xfrm>
      </p:grpSpPr>
      <p:sp>
        <p:nvSpPr>
          <p:cNvPr id="709" name="Google Shape;709;p57"/>
          <p:cNvSpPr/>
          <p:nvPr/>
        </p:nvSpPr>
        <p:spPr>
          <a:xfrm>
            <a:off x="5228055" y="3805201"/>
            <a:ext cx="3915937" cy="1369650"/>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57"/>
          <p:cNvSpPr/>
          <p:nvPr/>
        </p:nvSpPr>
        <p:spPr>
          <a:xfrm>
            <a:off x="11" y="2964363"/>
            <a:ext cx="2482327" cy="2210478"/>
          </a:xfrm>
          <a:custGeom>
            <a:rect b="b" l="l" r="r" t="t"/>
            <a:pathLst>
              <a:path extrusionOk="0" h="22624" w="25407">
                <a:moveTo>
                  <a:pt x="1" y="1129"/>
                </a:moveTo>
                <a:cubicBezTo>
                  <a:pt x="1" y="1129"/>
                  <a:pt x="7058" y="0"/>
                  <a:pt x="11494" y="9625"/>
                </a:cubicBezTo>
                <a:cubicBezTo>
                  <a:pt x="16441" y="9625"/>
                  <a:pt x="19156" y="13725"/>
                  <a:pt x="19156" y="18335"/>
                </a:cubicBezTo>
                <a:cubicBezTo>
                  <a:pt x="23498" y="18335"/>
                  <a:pt x="25407" y="22623"/>
                  <a:pt x="25407" y="22623"/>
                </a:cubicBezTo>
                <a:lnTo>
                  <a:pt x="1" y="2262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p57"/>
          <p:cNvSpPr/>
          <p:nvPr/>
        </p:nvSpPr>
        <p:spPr>
          <a:xfrm flipH="1" rot="10800000">
            <a:off x="6345121" y="9"/>
            <a:ext cx="2798869" cy="2491016"/>
          </a:xfrm>
          <a:custGeom>
            <a:rect b="b" l="l" r="r" t="t"/>
            <a:pathLst>
              <a:path extrusionOk="0" h="22624" w="25420">
                <a:moveTo>
                  <a:pt x="25406" y="1129"/>
                </a:moveTo>
                <a:cubicBezTo>
                  <a:pt x="25406" y="1129"/>
                  <a:pt x="18349" y="0"/>
                  <a:pt x="13913" y="9625"/>
                </a:cubicBezTo>
                <a:cubicBezTo>
                  <a:pt x="8966" y="9625"/>
                  <a:pt x="6251" y="13725"/>
                  <a:pt x="6251" y="18335"/>
                </a:cubicBezTo>
                <a:cubicBezTo>
                  <a:pt x="1909" y="18335"/>
                  <a:pt x="0" y="22623"/>
                  <a:pt x="0" y="22623"/>
                </a:cubicBezTo>
                <a:lnTo>
                  <a:pt x="25419" y="22623"/>
                </a:lnTo>
                <a:lnTo>
                  <a:pt x="25419" y="1129"/>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57"/>
          <p:cNvSpPr/>
          <p:nvPr/>
        </p:nvSpPr>
        <p:spPr>
          <a:xfrm flipH="1">
            <a:off x="-843700" y="-258949"/>
            <a:ext cx="3509803" cy="1227599"/>
          </a:xfrm>
          <a:custGeom>
            <a:rect b="b" l="l" r="r" t="t"/>
            <a:pathLst>
              <a:path extrusionOk="0" h="6493" w="18564">
                <a:moveTo>
                  <a:pt x="18564" y="955"/>
                </a:moveTo>
                <a:cubicBezTo>
                  <a:pt x="18564" y="955"/>
                  <a:pt x="15123" y="0"/>
                  <a:pt x="11023" y="4073"/>
                </a:cubicBezTo>
                <a:cubicBezTo>
                  <a:pt x="7904" y="1707"/>
                  <a:pt x="5995" y="3293"/>
                  <a:pt x="4302" y="4987"/>
                </a:cubicBezTo>
                <a:cubicBezTo>
                  <a:pt x="1008" y="3925"/>
                  <a:pt x="0" y="6493"/>
                  <a:pt x="0" y="6493"/>
                </a:cubicBezTo>
                <a:lnTo>
                  <a:pt x="18564" y="6493"/>
                </a:ln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57"/>
          <p:cNvSpPr/>
          <p:nvPr/>
        </p:nvSpPr>
        <p:spPr>
          <a:xfrm>
            <a:off x="152500" y="2129850"/>
            <a:ext cx="1987589" cy="315579"/>
          </a:xfrm>
          <a:custGeom>
            <a:rect b="b" l="l" r="r" t="t"/>
            <a:pathLst>
              <a:path extrusionOk="0" h="7023" w="50217">
                <a:moveTo>
                  <a:pt x="25108" y="1"/>
                </a:moveTo>
                <a:cubicBezTo>
                  <a:pt x="21300" y="1"/>
                  <a:pt x="17492" y="1237"/>
                  <a:pt x="15020" y="3709"/>
                </a:cubicBezTo>
                <a:cubicBezTo>
                  <a:pt x="13484" y="2533"/>
                  <a:pt x="12160" y="2071"/>
                  <a:pt x="10986" y="2071"/>
                </a:cubicBezTo>
                <a:cubicBezTo>
                  <a:pt x="8931" y="2071"/>
                  <a:pt x="7332" y="3485"/>
                  <a:pt x="5853" y="4965"/>
                </a:cubicBezTo>
                <a:cubicBezTo>
                  <a:pt x="5079" y="4711"/>
                  <a:pt x="4398" y="4607"/>
                  <a:pt x="3800" y="4607"/>
                </a:cubicBezTo>
                <a:cubicBezTo>
                  <a:pt x="934" y="4607"/>
                  <a:pt x="0" y="7023"/>
                  <a:pt x="0" y="7023"/>
                </a:cubicBezTo>
                <a:lnTo>
                  <a:pt x="50216" y="7023"/>
                </a:lnTo>
                <a:cubicBezTo>
                  <a:pt x="50216" y="7023"/>
                  <a:pt x="49283" y="4607"/>
                  <a:pt x="46416" y="4607"/>
                </a:cubicBezTo>
                <a:cubicBezTo>
                  <a:pt x="45819" y="4607"/>
                  <a:pt x="45137" y="4711"/>
                  <a:pt x="44363" y="4965"/>
                </a:cubicBezTo>
                <a:cubicBezTo>
                  <a:pt x="42884" y="3485"/>
                  <a:pt x="41285" y="2071"/>
                  <a:pt x="39230" y="2071"/>
                </a:cubicBezTo>
                <a:cubicBezTo>
                  <a:pt x="38056" y="2071"/>
                  <a:pt x="36732" y="2533"/>
                  <a:pt x="35197" y="3709"/>
                </a:cubicBezTo>
                <a:cubicBezTo>
                  <a:pt x="32725" y="1237"/>
                  <a:pt x="28916" y="1"/>
                  <a:pt x="25108" y="1"/>
                </a:cubicBezTo>
                <a:close/>
              </a:path>
            </a:pathLst>
          </a:custGeom>
          <a:gradFill>
            <a:gsLst>
              <a:gs pos="0">
                <a:srgbClr val="FEFAF9">
                  <a:alpha val="18431"/>
                </a:srgbClr>
              </a:gs>
              <a:gs pos="100000">
                <a:srgbClr val="FEFAF9"/>
              </a:gs>
            </a:gsLst>
            <a:lin ang="8099331"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714" name="Shape 714"/>
        <p:cNvGrpSpPr/>
        <p:nvPr/>
      </p:nvGrpSpPr>
      <p:grpSpPr>
        <a:xfrm>
          <a:off x="0" y="0"/>
          <a:ext cx="0" cy="0"/>
          <a:chOff x="0" y="0"/>
          <a:chExt cx="0" cy="0"/>
        </a:xfrm>
      </p:grpSpPr>
      <p:sp>
        <p:nvSpPr>
          <p:cNvPr id="715" name="Google Shape;715;p58"/>
          <p:cNvSpPr txBox="1"/>
          <p:nvPr>
            <p:ph type="ctrTitle"/>
          </p:nvPr>
        </p:nvSpPr>
        <p:spPr>
          <a:xfrm>
            <a:off x="3537150" y="1578400"/>
            <a:ext cx="5017500" cy="157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000"/>
              <a:buNone/>
              <a:defRPr sz="4000"/>
            </a:lvl1pPr>
            <a:lvl2pPr lvl="1" algn="l">
              <a:lnSpc>
                <a:spcPct val="100000"/>
              </a:lnSpc>
              <a:spcBef>
                <a:spcPts val="0"/>
              </a:spcBef>
              <a:spcAft>
                <a:spcPts val="0"/>
              </a:spcAft>
              <a:buSzPts val="4000"/>
              <a:buNone/>
              <a:defRPr sz="4000"/>
            </a:lvl2pPr>
            <a:lvl3pPr lvl="2" algn="l">
              <a:lnSpc>
                <a:spcPct val="100000"/>
              </a:lnSpc>
              <a:spcBef>
                <a:spcPts val="0"/>
              </a:spcBef>
              <a:spcAft>
                <a:spcPts val="0"/>
              </a:spcAft>
              <a:buSzPts val="4000"/>
              <a:buNone/>
              <a:defRPr sz="4000"/>
            </a:lvl3pPr>
            <a:lvl4pPr lvl="3" algn="l">
              <a:lnSpc>
                <a:spcPct val="100000"/>
              </a:lnSpc>
              <a:spcBef>
                <a:spcPts val="0"/>
              </a:spcBef>
              <a:spcAft>
                <a:spcPts val="0"/>
              </a:spcAft>
              <a:buSzPts val="4000"/>
              <a:buNone/>
              <a:defRPr sz="4000"/>
            </a:lvl4pPr>
            <a:lvl5pPr lvl="4" algn="l">
              <a:lnSpc>
                <a:spcPct val="100000"/>
              </a:lnSpc>
              <a:spcBef>
                <a:spcPts val="0"/>
              </a:spcBef>
              <a:spcAft>
                <a:spcPts val="0"/>
              </a:spcAft>
              <a:buSzPts val="4000"/>
              <a:buNone/>
              <a:defRPr sz="4000"/>
            </a:lvl5pPr>
            <a:lvl6pPr lvl="5" algn="l">
              <a:lnSpc>
                <a:spcPct val="100000"/>
              </a:lnSpc>
              <a:spcBef>
                <a:spcPts val="0"/>
              </a:spcBef>
              <a:spcAft>
                <a:spcPts val="0"/>
              </a:spcAft>
              <a:buSzPts val="4000"/>
              <a:buNone/>
              <a:defRPr sz="4000"/>
            </a:lvl6pPr>
            <a:lvl7pPr lvl="6" algn="l">
              <a:lnSpc>
                <a:spcPct val="100000"/>
              </a:lnSpc>
              <a:spcBef>
                <a:spcPts val="0"/>
              </a:spcBef>
              <a:spcAft>
                <a:spcPts val="0"/>
              </a:spcAft>
              <a:buSzPts val="4000"/>
              <a:buNone/>
              <a:defRPr sz="4000"/>
            </a:lvl7pPr>
            <a:lvl8pPr lvl="7" algn="l">
              <a:lnSpc>
                <a:spcPct val="100000"/>
              </a:lnSpc>
              <a:spcBef>
                <a:spcPts val="0"/>
              </a:spcBef>
              <a:spcAft>
                <a:spcPts val="0"/>
              </a:spcAft>
              <a:buSzPts val="4000"/>
              <a:buNone/>
              <a:defRPr sz="4000"/>
            </a:lvl8pPr>
            <a:lvl9pPr lvl="8" algn="l">
              <a:lnSpc>
                <a:spcPct val="100000"/>
              </a:lnSpc>
              <a:spcBef>
                <a:spcPts val="0"/>
              </a:spcBef>
              <a:spcAft>
                <a:spcPts val="0"/>
              </a:spcAft>
              <a:buSzPts val="4000"/>
              <a:buNone/>
              <a:defRPr sz="4000"/>
            </a:lvl9pPr>
          </a:lstStyle>
          <a:p/>
        </p:txBody>
      </p:sp>
      <p:sp>
        <p:nvSpPr>
          <p:cNvPr id="716" name="Google Shape;716;p58"/>
          <p:cNvSpPr txBox="1"/>
          <p:nvPr>
            <p:ph idx="1" type="subTitle"/>
          </p:nvPr>
        </p:nvSpPr>
        <p:spPr>
          <a:xfrm>
            <a:off x="5083950" y="3924925"/>
            <a:ext cx="3470700" cy="50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300"/>
              <a:buNone/>
              <a:defRPr/>
            </a:lvl1pPr>
            <a:lvl2pPr lvl="1" algn="l">
              <a:lnSpc>
                <a:spcPct val="100000"/>
              </a:lnSpc>
              <a:spcBef>
                <a:spcPts val="0"/>
              </a:spcBef>
              <a:spcAft>
                <a:spcPts val="0"/>
              </a:spcAft>
              <a:buSzPts val="1300"/>
              <a:buNone/>
              <a:defRPr sz="1300"/>
            </a:lvl2pPr>
            <a:lvl3pPr lvl="2" algn="l">
              <a:lnSpc>
                <a:spcPct val="100000"/>
              </a:lnSpc>
              <a:spcBef>
                <a:spcPts val="0"/>
              </a:spcBef>
              <a:spcAft>
                <a:spcPts val="0"/>
              </a:spcAft>
              <a:buSzPts val="1300"/>
              <a:buNone/>
              <a:defRPr sz="1300"/>
            </a:lvl3pPr>
            <a:lvl4pPr lvl="3" algn="l">
              <a:lnSpc>
                <a:spcPct val="100000"/>
              </a:lnSpc>
              <a:spcBef>
                <a:spcPts val="0"/>
              </a:spcBef>
              <a:spcAft>
                <a:spcPts val="0"/>
              </a:spcAft>
              <a:buSzPts val="1300"/>
              <a:buNone/>
              <a:defRPr sz="1300"/>
            </a:lvl4pPr>
            <a:lvl5pPr lvl="4" algn="l">
              <a:lnSpc>
                <a:spcPct val="100000"/>
              </a:lnSpc>
              <a:spcBef>
                <a:spcPts val="0"/>
              </a:spcBef>
              <a:spcAft>
                <a:spcPts val="0"/>
              </a:spcAft>
              <a:buSzPts val="1300"/>
              <a:buNone/>
              <a:defRPr sz="1300"/>
            </a:lvl5pPr>
            <a:lvl6pPr lvl="5" algn="l">
              <a:lnSpc>
                <a:spcPct val="100000"/>
              </a:lnSpc>
              <a:spcBef>
                <a:spcPts val="0"/>
              </a:spcBef>
              <a:spcAft>
                <a:spcPts val="0"/>
              </a:spcAft>
              <a:buSzPts val="1300"/>
              <a:buNone/>
              <a:defRPr sz="1300"/>
            </a:lvl6pPr>
            <a:lvl7pPr lvl="6" algn="l">
              <a:lnSpc>
                <a:spcPct val="100000"/>
              </a:lnSpc>
              <a:spcBef>
                <a:spcPts val="0"/>
              </a:spcBef>
              <a:spcAft>
                <a:spcPts val="0"/>
              </a:spcAft>
              <a:buSzPts val="1300"/>
              <a:buNone/>
              <a:defRPr sz="1300"/>
            </a:lvl7pPr>
            <a:lvl8pPr lvl="7" algn="l">
              <a:lnSpc>
                <a:spcPct val="100000"/>
              </a:lnSpc>
              <a:spcBef>
                <a:spcPts val="0"/>
              </a:spcBef>
              <a:spcAft>
                <a:spcPts val="0"/>
              </a:spcAft>
              <a:buSzPts val="1300"/>
              <a:buNone/>
              <a:defRPr sz="1300"/>
            </a:lvl8pPr>
            <a:lvl9pPr lvl="8" algn="l">
              <a:lnSpc>
                <a:spcPct val="100000"/>
              </a:lnSpc>
              <a:spcBef>
                <a:spcPts val="0"/>
              </a:spcBef>
              <a:spcAft>
                <a:spcPts val="0"/>
              </a:spcAft>
              <a:buSzPts val="1300"/>
              <a:buNone/>
              <a:defRPr sz="1300"/>
            </a:lvl9pPr>
          </a:lstStyle>
          <a:p/>
        </p:txBody>
      </p:sp>
      <p:sp>
        <p:nvSpPr>
          <p:cNvPr id="717" name="Google Shape;717;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4.xml"/><Relationship Id="rId22" Type="http://schemas.openxmlformats.org/officeDocument/2006/relationships/slideLayout" Target="../slideLayouts/slideLayout46.xml"/><Relationship Id="rId21" Type="http://schemas.openxmlformats.org/officeDocument/2006/relationships/slideLayout" Target="../slideLayouts/slideLayout45.xml"/><Relationship Id="rId24" Type="http://schemas.openxmlformats.org/officeDocument/2006/relationships/slideLayout" Target="../slideLayouts/slideLayout48.xml"/><Relationship Id="rId23" Type="http://schemas.openxmlformats.org/officeDocument/2006/relationships/slideLayout" Target="../slideLayouts/slideLayout47.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26" Type="http://schemas.openxmlformats.org/officeDocument/2006/relationships/slideLayout" Target="../slideLayouts/slideLayout50.xml"/><Relationship Id="rId25" Type="http://schemas.openxmlformats.org/officeDocument/2006/relationships/slideLayout" Target="../slideLayouts/slideLayout49.xml"/><Relationship Id="rId28" Type="http://schemas.openxmlformats.org/officeDocument/2006/relationships/slideLayout" Target="../slideLayouts/slideLayout52.xml"/><Relationship Id="rId27" Type="http://schemas.openxmlformats.org/officeDocument/2006/relationships/slideLayout" Target="../slideLayouts/slideLayout51.xml"/><Relationship Id="rId5" Type="http://schemas.openxmlformats.org/officeDocument/2006/relationships/slideLayout" Target="../slideLayouts/slideLayout29.xml"/><Relationship Id="rId6" Type="http://schemas.openxmlformats.org/officeDocument/2006/relationships/slideLayout" Target="../slideLayouts/slideLayout30.xml"/><Relationship Id="rId29" Type="http://schemas.openxmlformats.org/officeDocument/2006/relationships/slideLayout" Target="../slideLayouts/slideLayout53.xml"/><Relationship Id="rId7" Type="http://schemas.openxmlformats.org/officeDocument/2006/relationships/slideLayout" Target="../slideLayouts/slideLayout31.xml"/><Relationship Id="rId8" Type="http://schemas.openxmlformats.org/officeDocument/2006/relationships/slideLayout" Target="../slideLayouts/slideLayout32.xml"/><Relationship Id="rId31" Type="http://schemas.openxmlformats.org/officeDocument/2006/relationships/slideLayout" Target="../slideLayouts/slideLayout55.xml"/><Relationship Id="rId30" Type="http://schemas.openxmlformats.org/officeDocument/2006/relationships/slideLayout" Target="../slideLayouts/slideLayout54.xml"/><Relationship Id="rId11" Type="http://schemas.openxmlformats.org/officeDocument/2006/relationships/slideLayout" Target="../slideLayouts/slideLayout35.xml"/><Relationship Id="rId33" Type="http://schemas.openxmlformats.org/officeDocument/2006/relationships/theme" Target="../theme/theme1.xml"/><Relationship Id="rId10" Type="http://schemas.openxmlformats.org/officeDocument/2006/relationships/slideLayout" Target="../slideLayouts/slideLayout34.xml"/><Relationship Id="rId32" Type="http://schemas.openxmlformats.org/officeDocument/2006/relationships/slideLayout" Target="../slideLayouts/slideLayout56.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15" Type="http://schemas.openxmlformats.org/officeDocument/2006/relationships/slideLayout" Target="../slideLayouts/slideLayout39.xml"/><Relationship Id="rId14" Type="http://schemas.openxmlformats.org/officeDocument/2006/relationships/slideLayout" Target="../slideLayouts/slideLayout38.xml"/><Relationship Id="rId17" Type="http://schemas.openxmlformats.org/officeDocument/2006/relationships/slideLayout" Target="../slideLayouts/slideLayout41.xml"/><Relationship Id="rId16" Type="http://schemas.openxmlformats.org/officeDocument/2006/relationships/slideLayout" Target="../slideLayouts/slideLayout40.xml"/><Relationship Id="rId19" Type="http://schemas.openxmlformats.org/officeDocument/2006/relationships/slideLayout" Target="../slideLayouts/slideLayout43.xml"/><Relationship Id="rId18"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199950" y="165300"/>
            <a:ext cx="8744100" cy="4812900"/>
          </a:xfrm>
          <a:prstGeom prst="rect">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1"/>
          <p:cNvSpPr txBox="1"/>
          <p:nvPr>
            <p:ph type="title"/>
          </p:nvPr>
        </p:nvSpPr>
        <p:spPr>
          <a:xfrm>
            <a:off x="715100" y="535000"/>
            <a:ext cx="7713600" cy="4827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dk1"/>
              </a:buClr>
              <a:buSzPts val="3300"/>
              <a:buFont typeface="Work Sans ExtraBold"/>
              <a:buNone/>
              <a:defRPr b="0" i="0" sz="3300" u="none" cap="none" strike="noStrike">
                <a:solidFill>
                  <a:schemeClr val="dk1"/>
                </a:solidFill>
                <a:latin typeface="Work Sans ExtraBold"/>
                <a:ea typeface="Work Sans ExtraBold"/>
                <a:cs typeface="Work Sans ExtraBold"/>
                <a:sym typeface="Work Sans ExtraBold"/>
              </a:defRPr>
            </a:lvl1pPr>
            <a:lvl2pPr lvl="1" marR="0" rtl="0" algn="l">
              <a:lnSpc>
                <a:spcPct val="100000"/>
              </a:lnSpc>
              <a:spcBef>
                <a:spcPts val="0"/>
              </a:spcBef>
              <a:spcAft>
                <a:spcPts val="0"/>
              </a:spcAft>
              <a:buClr>
                <a:schemeClr val="dk1"/>
              </a:buClr>
              <a:buSzPts val="3000"/>
              <a:buFont typeface="Work Sans ExtraBold"/>
              <a:buNone/>
              <a:defRPr b="0" i="0" sz="3000" u="none" cap="none" strike="noStrike">
                <a:solidFill>
                  <a:schemeClr val="dk1"/>
                </a:solidFill>
                <a:latin typeface="Work Sans ExtraBold"/>
                <a:ea typeface="Work Sans ExtraBold"/>
                <a:cs typeface="Work Sans ExtraBold"/>
                <a:sym typeface="Work Sans ExtraBold"/>
              </a:defRPr>
            </a:lvl2pPr>
            <a:lvl3pPr lvl="2" marR="0" rtl="0" algn="l">
              <a:lnSpc>
                <a:spcPct val="100000"/>
              </a:lnSpc>
              <a:spcBef>
                <a:spcPts val="0"/>
              </a:spcBef>
              <a:spcAft>
                <a:spcPts val="0"/>
              </a:spcAft>
              <a:buClr>
                <a:schemeClr val="dk1"/>
              </a:buClr>
              <a:buSzPts val="3000"/>
              <a:buFont typeface="Work Sans ExtraBold"/>
              <a:buNone/>
              <a:defRPr b="0" i="0" sz="3000" u="none" cap="none" strike="noStrike">
                <a:solidFill>
                  <a:schemeClr val="dk1"/>
                </a:solidFill>
                <a:latin typeface="Work Sans ExtraBold"/>
                <a:ea typeface="Work Sans ExtraBold"/>
                <a:cs typeface="Work Sans ExtraBold"/>
                <a:sym typeface="Work Sans ExtraBold"/>
              </a:defRPr>
            </a:lvl3pPr>
            <a:lvl4pPr lvl="3" marR="0" rtl="0" algn="l">
              <a:lnSpc>
                <a:spcPct val="100000"/>
              </a:lnSpc>
              <a:spcBef>
                <a:spcPts val="0"/>
              </a:spcBef>
              <a:spcAft>
                <a:spcPts val="0"/>
              </a:spcAft>
              <a:buClr>
                <a:schemeClr val="dk1"/>
              </a:buClr>
              <a:buSzPts val="3000"/>
              <a:buFont typeface="Work Sans ExtraBold"/>
              <a:buNone/>
              <a:defRPr b="0" i="0" sz="3000" u="none" cap="none" strike="noStrike">
                <a:solidFill>
                  <a:schemeClr val="dk1"/>
                </a:solidFill>
                <a:latin typeface="Work Sans ExtraBold"/>
                <a:ea typeface="Work Sans ExtraBold"/>
                <a:cs typeface="Work Sans ExtraBold"/>
                <a:sym typeface="Work Sans ExtraBold"/>
              </a:defRPr>
            </a:lvl4pPr>
            <a:lvl5pPr lvl="4" marR="0" rtl="0" algn="l">
              <a:lnSpc>
                <a:spcPct val="100000"/>
              </a:lnSpc>
              <a:spcBef>
                <a:spcPts val="0"/>
              </a:spcBef>
              <a:spcAft>
                <a:spcPts val="0"/>
              </a:spcAft>
              <a:buClr>
                <a:schemeClr val="dk1"/>
              </a:buClr>
              <a:buSzPts val="3000"/>
              <a:buFont typeface="Work Sans ExtraBold"/>
              <a:buNone/>
              <a:defRPr b="0" i="0" sz="3000" u="none" cap="none" strike="noStrike">
                <a:solidFill>
                  <a:schemeClr val="dk1"/>
                </a:solidFill>
                <a:latin typeface="Work Sans ExtraBold"/>
                <a:ea typeface="Work Sans ExtraBold"/>
                <a:cs typeface="Work Sans ExtraBold"/>
                <a:sym typeface="Work Sans ExtraBold"/>
              </a:defRPr>
            </a:lvl5pPr>
            <a:lvl6pPr lvl="5" marR="0" rtl="0" algn="l">
              <a:lnSpc>
                <a:spcPct val="100000"/>
              </a:lnSpc>
              <a:spcBef>
                <a:spcPts val="0"/>
              </a:spcBef>
              <a:spcAft>
                <a:spcPts val="0"/>
              </a:spcAft>
              <a:buClr>
                <a:schemeClr val="dk1"/>
              </a:buClr>
              <a:buSzPts val="3000"/>
              <a:buFont typeface="Work Sans ExtraBold"/>
              <a:buNone/>
              <a:defRPr b="0" i="0" sz="3000" u="none" cap="none" strike="noStrike">
                <a:solidFill>
                  <a:schemeClr val="dk1"/>
                </a:solidFill>
                <a:latin typeface="Work Sans ExtraBold"/>
                <a:ea typeface="Work Sans ExtraBold"/>
                <a:cs typeface="Work Sans ExtraBold"/>
                <a:sym typeface="Work Sans ExtraBold"/>
              </a:defRPr>
            </a:lvl6pPr>
            <a:lvl7pPr lvl="6" marR="0" rtl="0" algn="l">
              <a:lnSpc>
                <a:spcPct val="100000"/>
              </a:lnSpc>
              <a:spcBef>
                <a:spcPts val="0"/>
              </a:spcBef>
              <a:spcAft>
                <a:spcPts val="0"/>
              </a:spcAft>
              <a:buClr>
                <a:schemeClr val="dk1"/>
              </a:buClr>
              <a:buSzPts val="3000"/>
              <a:buFont typeface="Work Sans ExtraBold"/>
              <a:buNone/>
              <a:defRPr b="0" i="0" sz="3000" u="none" cap="none" strike="noStrike">
                <a:solidFill>
                  <a:schemeClr val="dk1"/>
                </a:solidFill>
                <a:latin typeface="Work Sans ExtraBold"/>
                <a:ea typeface="Work Sans ExtraBold"/>
                <a:cs typeface="Work Sans ExtraBold"/>
                <a:sym typeface="Work Sans ExtraBold"/>
              </a:defRPr>
            </a:lvl7pPr>
            <a:lvl8pPr lvl="7" marR="0" rtl="0" algn="l">
              <a:lnSpc>
                <a:spcPct val="100000"/>
              </a:lnSpc>
              <a:spcBef>
                <a:spcPts val="0"/>
              </a:spcBef>
              <a:spcAft>
                <a:spcPts val="0"/>
              </a:spcAft>
              <a:buClr>
                <a:schemeClr val="dk1"/>
              </a:buClr>
              <a:buSzPts val="3000"/>
              <a:buFont typeface="Work Sans ExtraBold"/>
              <a:buNone/>
              <a:defRPr b="0" i="0" sz="3000" u="none" cap="none" strike="noStrike">
                <a:solidFill>
                  <a:schemeClr val="dk1"/>
                </a:solidFill>
                <a:latin typeface="Work Sans ExtraBold"/>
                <a:ea typeface="Work Sans ExtraBold"/>
                <a:cs typeface="Work Sans ExtraBold"/>
                <a:sym typeface="Work Sans ExtraBold"/>
              </a:defRPr>
            </a:lvl8pPr>
            <a:lvl9pPr lvl="8" marR="0" rtl="0" algn="l">
              <a:lnSpc>
                <a:spcPct val="100000"/>
              </a:lnSpc>
              <a:spcBef>
                <a:spcPts val="0"/>
              </a:spcBef>
              <a:spcAft>
                <a:spcPts val="0"/>
              </a:spcAft>
              <a:buClr>
                <a:schemeClr val="dk1"/>
              </a:buClr>
              <a:buSzPts val="3000"/>
              <a:buFont typeface="Work Sans ExtraBold"/>
              <a:buNone/>
              <a:defRPr b="0" i="0" sz="3000" u="none" cap="none" strike="noStrike">
                <a:solidFill>
                  <a:schemeClr val="dk1"/>
                </a:solidFill>
                <a:latin typeface="Work Sans ExtraBold"/>
                <a:ea typeface="Work Sans ExtraBold"/>
                <a:cs typeface="Work Sans ExtraBold"/>
                <a:sym typeface="Work Sans ExtraBold"/>
              </a:defRPr>
            </a:lvl9pPr>
          </a:lstStyle>
          <a:p/>
        </p:txBody>
      </p:sp>
      <p:sp>
        <p:nvSpPr>
          <p:cNvPr id="8" name="Google Shape;8;p1"/>
          <p:cNvSpPr txBox="1"/>
          <p:nvPr>
            <p:ph idx="1" type="body"/>
          </p:nvPr>
        </p:nvSpPr>
        <p:spPr>
          <a:xfrm>
            <a:off x="715100" y="1152475"/>
            <a:ext cx="7713600" cy="3456000"/>
          </a:xfrm>
          <a:prstGeom prst="rect">
            <a:avLst/>
          </a:prstGeom>
          <a:noFill/>
          <a:ln>
            <a:noFill/>
          </a:ln>
        </p:spPr>
        <p:txBody>
          <a:bodyPr anchorCtr="0" anchor="ctr" bIns="91425" lIns="91425" spcFirstLastPara="1" rIns="91425" wrap="square" tIns="91425">
            <a:noAutofit/>
          </a:bodyPr>
          <a:lstStyle>
            <a:lvl1pPr indent="-317500" lvl="0" marL="457200" marR="0" rtl="0" algn="l">
              <a:lnSpc>
                <a:spcPct val="100000"/>
              </a:lnSpc>
              <a:spcBef>
                <a:spcPts val="0"/>
              </a:spcBef>
              <a:spcAft>
                <a:spcPts val="0"/>
              </a:spcAft>
              <a:buClr>
                <a:schemeClr val="dk2"/>
              </a:buClr>
              <a:buSzPts val="1400"/>
              <a:buFont typeface="Work Sans"/>
              <a:buChar char="●"/>
              <a:defRPr b="0" i="0" sz="1400" u="none" cap="none" strike="noStrike">
                <a:solidFill>
                  <a:schemeClr val="dk2"/>
                </a:solidFill>
                <a:latin typeface="Work Sans"/>
                <a:ea typeface="Work Sans"/>
                <a:cs typeface="Work Sans"/>
                <a:sym typeface="Work Sans"/>
              </a:defRPr>
            </a:lvl1pPr>
            <a:lvl2pPr indent="-317500" lvl="1" marL="914400" marR="0" rtl="0" algn="l">
              <a:lnSpc>
                <a:spcPct val="100000"/>
              </a:lnSpc>
              <a:spcBef>
                <a:spcPts val="1600"/>
              </a:spcBef>
              <a:spcAft>
                <a:spcPts val="0"/>
              </a:spcAft>
              <a:buClr>
                <a:schemeClr val="dk2"/>
              </a:buClr>
              <a:buSzPts val="1400"/>
              <a:buFont typeface="Work Sans"/>
              <a:buChar char="○"/>
              <a:defRPr b="0" i="0" sz="1400" u="none" cap="none" strike="noStrike">
                <a:solidFill>
                  <a:schemeClr val="dk2"/>
                </a:solidFill>
                <a:latin typeface="Work Sans"/>
                <a:ea typeface="Work Sans"/>
                <a:cs typeface="Work Sans"/>
                <a:sym typeface="Work Sans"/>
              </a:defRPr>
            </a:lvl2pPr>
            <a:lvl3pPr indent="-317500" lvl="2" marL="1371600" marR="0" rtl="0" algn="l">
              <a:lnSpc>
                <a:spcPct val="100000"/>
              </a:lnSpc>
              <a:spcBef>
                <a:spcPts val="1600"/>
              </a:spcBef>
              <a:spcAft>
                <a:spcPts val="0"/>
              </a:spcAft>
              <a:buClr>
                <a:schemeClr val="dk2"/>
              </a:buClr>
              <a:buSzPts val="1400"/>
              <a:buFont typeface="Work Sans"/>
              <a:buChar char="■"/>
              <a:defRPr b="0" i="0" sz="1400" u="none" cap="none" strike="noStrike">
                <a:solidFill>
                  <a:schemeClr val="dk2"/>
                </a:solidFill>
                <a:latin typeface="Work Sans"/>
                <a:ea typeface="Work Sans"/>
                <a:cs typeface="Work Sans"/>
                <a:sym typeface="Work Sans"/>
              </a:defRPr>
            </a:lvl3pPr>
            <a:lvl4pPr indent="-317500" lvl="3" marL="1828800" marR="0" rtl="0" algn="l">
              <a:lnSpc>
                <a:spcPct val="100000"/>
              </a:lnSpc>
              <a:spcBef>
                <a:spcPts val="0"/>
              </a:spcBef>
              <a:spcAft>
                <a:spcPts val="0"/>
              </a:spcAft>
              <a:buClr>
                <a:schemeClr val="dk2"/>
              </a:buClr>
              <a:buSzPts val="1400"/>
              <a:buFont typeface="Work Sans"/>
              <a:buChar char="●"/>
              <a:defRPr b="0" i="0" sz="1400" u="none" cap="none" strike="noStrike">
                <a:solidFill>
                  <a:schemeClr val="dk2"/>
                </a:solidFill>
                <a:latin typeface="Work Sans"/>
                <a:ea typeface="Work Sans"/>
                <a:cs typeface="Work Sans"/>
                <a:sym typeface="Work Sans"/>
              </a:defRPr>
            </a:lvl4pPr>
            <a:lvl5pPr indent="-317500" lvl="4" marL="2286000" marR="0" rtl="0" algn="l">
              <a:lnSpc>
                <a:spcPct val="100000"/>
              </a:lnSpc>
              <a:spcBef>
                <a:spcPts val="1600"/>
              </a:spcBef>
              <a:spcAft>
                <a:spcPts val="0"/>
              </a:spcAft>
              <a:buClr>
                <a:schemeClr val="dk2"/>
              </a:buClr>
              <a:buSzPts val="1400"/>
              <a:buFont typeface="Work Sans"/>
              <a:buChar char="○"/>
              <a:defRPr b="0" i="0" sz="1400" u="none" cap="none" strike="noStrike">
                <a:solidFill>
                  <a:schemeClr val="dk2"/>
                </a:solidFill>
                <a:latin typeface="Work Sans"/>
                <a:ea typeface="Work Sans"/>
                <a:cs typeface="Work Sans"/>
                <a:sym typeface="Work Sans"/>
              </a:defRPr>
            </a:lvl5pPr>
            <a:lvl6pPr indent="-317500" lvl="5" marL="2743200" marR="0" rtl="0" algn="l">
              <a:lnSpc>
                <a:spcPct val="100000"/>
              </a:lnSpc>
              <a:spcBef>
                <a:spcPts val="1600"/>
              </a:spcBef>
              <a:spcAft>
                <a:spcPts val="0"/>
              </a:spcAft>
              <a:buClr>
                <a:schemeClr val="dk2"/>
              </a:buClr>
              <a:buSzPts val="1400"/>
              <a:buFont typeface="Work Sans"/>
              <a:buChar char="■"/>
              <a:defRPr b="0" i="0" sz="1400" u="none" cap="none" strike="noStrike">
                <a:solidFill>
                  <a:schemeClr val="dk2"/>
                </a:solidFill>
                <a:latin typeface="Work Sans"/>
                <a:ea typeface="Work Sans"/>
                <a:cs typeface="Work Sans"/>
                <a:sym typeface="Work Sans"/>
              </a:defRPr>
            </a:lvl6pPr>
            <a:lvl7pPr indent="-317500" lvl="6" marL="3200400" marR="0" rtl="0" algn="l">
              <a:lnSpc>
                <a:spcPct val="100000"/>
              </a:lnSpc>
              <a:spcBef>
                <a:spcPts val="1600"/>
              </a:spcBef>
              <a:spcAft>
                <a:spcPts val="0"/>
              </a:spcAft>
              <a:buClr>
                <a:schemeClr val="dk2"/>
              </a:buClr>
              <a:buSzPts val="1400"/>
              <a:buFont typeface="Work Sans"/>
              <a:buChar char="●"/>
              <a:defRPr b="0" i="0" sz="1400" u="none" cap="none" strike="noStrike">
                <a:solidFill>
                  <a:schemeClr val="dk2"/>
                </a:solidFill>
                <a:latin typeface="Work Sans"/>
                <a:ea typeface="Work Sans"/>
                <a:cs typeface="Work Sans"/>
                <a:sym typeface="Work Sans"/>
              </a:defRPr>
            </a:lvl7pPr>
            <a:lvl8pPr indent="-317500" lvl="7" marL="3657600" marR="0" rtl="0" algn="l">
              <a:lnSpc>
                <a:spcPct val="100000"/>
              </a:lnSpc>
              <a:spcBef>
                <a:spcPts val="1600"/>
              </a:spcBef>
              <a:spcAft>
                <a:spcPts val="0"/>
              </a:spcAft>
              <a:buClr>
                <a:schemeClr val="dk2"/>
              </a:buClr>
              <a:buSzPts val="1400"/>
              <a:buFont typeface="Work Sans"/>
              <a:buChar char="○"/>
              <a:defRPr b="0" i="0" sz="1400" u="none" cap="none" strike="noStrike">
                <a:solidFill>
                  <a:schemeClr val="dk2"/>
                </a:solidFill>
                <a:latin typeface="Work Sans"/>
                <a:ea typeface="Work Sans"/>
                <a:cs typeface="Work Sans"/>
                <a:sym typeface="Work Sans"/>
              </a:defRPr>
            </a:lvl8pPr>
            <a:lvl9pPr indent="-317500" lvl="8" marL="4114800" marR="0" rtl="0" algn="l">
              <a:lnSpc>
                <a:spcPct val="100000"/>
              </a:lnSpc>
              <a:spcBef>
                <a:spcPts val="1600"/>
              </a:spcBef>
              <a:spcAft>
                <a:spcPts val="1600"/>
              </a:spcAft>
              <a:buClr>
                <a:schemeClr val="dk2"/>
              </a:buClr>
              <a:buSzPts val="1400"/>
              <a:buFont typeface="Work Sans"/>
              <a:buChar char="■"/>
              <a:defRPr b="0" i="0" sz="1400" u="none" cap="none" strike="noStrike">
                <a:solidFill>
                  <a:schemeClr val="dk2"/>
                </a:solidFill>
                <a:latin typeface="Work Sans"/>
                <a:ea typeface="Work Sans"/>
                <a:cs typeface="Work Sans"/>
                <a:sym typeface="Work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6599CC"/>
            </a:gs>
            <a:gs pos="47000">
              <a:srgbClr val="B2CAE3"/>
            </a:gs>
            <a:gs pos="100000">
              <a:schemeClr val="lt1"/>
            </a:gs>
          </a:gsLst>
          <a:lin ang="16198662" scaled="0"/>
        </a:gradFill>
      </p:bgPr>
    </p:bg>
    <p:spTree>
      <p:nvGrpSpPr>
        <p:cNvPr id="318" name="Shape 318"/>
        <p:cNvGrpSpPr/>
        <p:nvPr/>
      </p:nvGrpSpPr>
      <p:grpSpPr>
        <a:xfrm>
          <a:off x="0" y="0"/>
          <a:ext cx="0" cy="0"/>
          <a:chOff x="0" y="0"/>
          <a:chExt cx="0" cy="0"/>
        </a:xfrm>
      </p:grpSpPr>
      <p:sp>
        <p:nvSpPr>
          <p:cNvPr id="319" name="Google Shape;319;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500"/>
              <a:buFont typeface="Limelight"/>
              <a:buNone/>
              <a:defRPr b="1" i="0" sz="2500" u="none" cap="none" strike="noStrike">
                <a:solidFill>
                  <a:schemeClr val="lt1"/>
                </a:solidFill>
                <a:latin typeface="Limelight"/>
                <a:ea typeface="Limelight"/>
                <a:cs typeface="Limelight"/>
                <a:sym typeface="Limelight"/>
              </a:defRPr>
            </a:lvl1pPr>
            <a:lvl2pPr lvl="1" marR="0" rtl="0" algn="l">
              <a:lnSpc>
                <a:spcPct val="100000"/>
              </a:lnSpc>
              <a:spcBef>
                <a:spcPts val="0"/>
              </a:spcBef>
              <a:spcAft>
                <a:spcPts val="0"/>
              </a:spcAft>
              <a:buClr>
                <a:schemeClr val="lt1"/>
              </a:buClr>
              <a:buSzPts val="3500"/>
              <a:buFont typeface="Limelight"/>
              <a:buNone/>
              <a:defRPr b="1" i="0" sz="3500" u="none" cap="none" strike="noStrike">
                <a:solidFill>
                  <a:schemeClr val="lt1"/>
                </a:solidFill>
                <a:latin typeface="Limelight"/>
                <a:ea typeface="Limelight"/>
                <a:cs typeface="Limelight"/>
                <a:sym typeface="Limelight"/>
              </a:defRPr>
            </a:lvl2pPr>
            <a:lvl3pPr lvl="2" marR="0" rtl="0" algn="l">
              <a:lnSpc>
                <a:spcPct val="100000"/>
              </a:lnSpc>
              <a:spcBef>
                <a:spcPts val="0"/>
              </a:spcBef>
              <a:spcAft>
                <a:spcPts val="0"/>
              </a:spcAft>
              <a:buClr>
                <a:schemeClr val="lt1"/>
              </a:buClr>
              <a:buSzPts val="3500"/>
              <a:buFont typeface="Limelight"/>
              <a:buNone/>
              <a:defRPr b="1" i="0" sz="3500" u="none" cap="none" strike="noStrike">
                <a:solidFill>
                  <a:schemeClr val="lt1"/>
                </a:solidFill>
                <a:latin typeface="Limelight"/>
                <a:ea typeface="Limelight"/>
                <a:cs typeface="Limelight"/>
                <a:sym typeface="Limelight"/>
              </a:defRPr>
            </a:lvl3pPr>
            <a:lvl4pPr lvl="3" marR="0" rtl="0" algn="l">
              <a:lnSpc>
                <a:spcPct val="100000"/>
              </a:lnSpc>
              <a:spcBef>
                <a:spcPts val="0"/>
              </a:spcBef>
              <a:spcAft>
                <a:spcPts val="0"/>
              </a:spcAft>
              <a:buClr>
                <a:schemeClr val="lt1"/>
              </a:buClr>
              <a:buSzPts val="3500"/>
              <a:buFont typeface="Limelight"/>
              <a:buNone/>
              <a:defRPr b="1" i="0" sz="3500" u="none" cap="none" strike="noStrike">
                <a:solidFill>
                  <a:schemeClr val="lt1"/>
                </a:solidFill>
                <a:latin typeface="Limelight"/>
                <a:ea typeface="Limelight"/>
                <a:cs typeface="Limelight"/>
                <a:sym typeface="Limelight"/>
              </a:defRPr>
            </a:lvl4pPr>
            <a:lvl5pPr lvl="4" marR="0" rtl="0" algn="l">
              <a:lnSpc>
                <a:spcPct val="100000"/>
              </a:lnSpc>
              <a:spcBef>
                <a:spcPts val="0"/>
              </a:spcBef>
              <a:spcAft>
                <a:spcPts val="0"/>
              </a:spcAft>
              <a:buClr>
                <a:schemeClr val="lt1"/>
              </a:buClr>
              <a:buSzPts val="3500"/>
              <a:buFont typeface="Limelight"/>
              <a:buNone/>
              <a:defRPr b="1" i="0" sz="3500" u="none" cap="none" strike="noStrike">
                <a:solidFill>
                  <a:schemeClr val="lt1"/>
                </a:solidFill>
                <a:latin typeface="Limelight"/>
                <a:ea typeface="Limelight"/>
                <a:cs typeface="Limelight"/>
                <a:sym typeface="Limelight"/>
              </a:defRPr>
            </a:lvl5pPr>
            <a:lvl6pPr lvl="5" marR="0" rtl="0" algn="l">
              <a:lnSpc>
                <a:spcPct val="100000"/>
              </a:lnSpc>
              <a:spcBef>
                <a:spcPts val="0"/>
              </a:spcBef>
              <a:spcAft>
                <a:spcPts val="0"/>
              </a:spcAft>
              <a:buClr>
                <a:schemeClr val="lt1"/>
              </a:buClr>
              <a:buSzPts val="3500"/>
              <a:buFont typeface="Limelight"/>
              <a:buNone/>
              <a:defRPr b="1" i="0" sz="3500" u="none" cap="none" strike="noStrike">
                <a:solidFill>
                  <a:schemeClr val="lt1"/>
                </a:solidFill>
                <a:latin typeface="Limelight"/>
                <a:ea typeface="Limelight"/>
                <a:cs typeface="Limelight"/>
                <a:sym typeface="Limelight"/>
              </a:defRPr>
            </a:lvl6pPr>
            <a:lvl7pPr lvl="6" marR="0" rtl="0" algn="l">
              <a:lnSpc>
                <a:spcPct val="100000"/>
              </a:lnSpc>
              <a:spcBef>
                <a:spcPts val="0"/>
              </a:spcBef>
              <a:spcAft>
                <a:spcPts val="0"/>
              </a:spcAft>
              <a:buClr>
                <a:schemeClr val="lt1"/>
              </a:buClr>
              <a:buSzPts val="3500"/>
              <a:buFont typeface="Limelight"/>
              <a:buNone/>
              <a:defRPr b="1" i="0" sz="3500" u="none" cap="none" strike="noStrike">
                <a:solidFill>
                  <a:schemeClr val="lt1"/>
                </a:solidFill>
                <a:latin typeface="Limelight"/>
                <a:ea typeface="Limelight"/>
                <a:cs typeface="Limelight"/>
                <a:sym typeface="Limelight"/>
              </a:defRPr>
            </a:lvl7pPr>
            <a:lvl8pPr lvl="7" marR="0" rtl="0" algn="l">
              <a:lnSpc>
                <a:spcPct val="100000"/>
              </a:lnSpc>
              <a:spcBef>
                <a:spcPts val="0"/>
              </a:spcBef>
              <a:spcAft>
                <a:spcPts val="0"/>
              </a:spcAft>
              <a:buClr>
                <a:schemeClr val="lt1"/>
              </a:buClr>
              <a:buSzPts val="3500"/>
              <a:buFont typeface="Limelight"/>
              <a:buNone/>
              <a:defRPr b="1" i="0" sz="3500" u="none" cap="none" strike="noStrike">
                <a:solidFill>
                  <a:schemeClr val="lt1"/>
                </a:solidFill>
                <a:latin typeface="Limelight"/>
                <a:ea typeface="Limelight"/>
                <a:cs typeface="Limelight"/>
                <a:sym typeface="Limelight"/>
              </a:defRPr>
            </a:lvl8pPr>
            <a:lvl9pPr lvl="8" marR="0" rtl="0" algn="l">
              <a:lnSpc>
                <a:spcPct val="100000"/>
              </a:lnSpc>
              <a:spcBef>
                <a:spcPts val="0"/>
              </a:spcBef>
              <a:spcAft>
                <a:spcPts val="0"/>
              </a:spcAft>
              <a:buClr>
                <a:schemeClr val="lt1"/>
              </a:buClr>
              <a:buSzPts val="3500"/>
              <a:buFont typeface="Limelight"/>
              <a:buNone/>
              <a:defRPr b="1" i="0" sz="3500" u="none" cap="none" strike="noStrike">
                <a:solidFill>
                  <a:schemeClr val="lt1"/>
                </a:solidFill>
                <a:latin typeface="Limelight"/>
                <a:ea typeface="Limelight"/>
                <a:cs typeface="Limelight"/>
                <a:sym typeface="Limelight"/>
              </a:defRPr>
            </a:lvl9pPr>
          </a:lstStyle>
          <a:p/>
        </p:txBody>
      </p:sp>
      <p:sp>
        <p:nvSpPr>
          <p:cNvPr id="320" name="Google Shape;320;p26"/>
          <p:cNvSpPr txBox="1"/>
          <p:nvPr>
            <p:ph idx="1" type="body"/>
          </p:nvPr>
        </p:nvSpPr>
        <p:spPr>
          <a:xfrm>
            <a:off x="311700" y="1143325"/>
            <a:ext cx="8520600" cy="34164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00000"/>
              </a:lnSpc>
              <a:spcBef>
                <a:spcPts val="0"/>
              </a:spcBef>
              <a:spcAft>
                <a:spcPts val="0"/>
              </a:spcAft>
              <a:buClr>
                <a:schemeClr val="accent4"/>
              </a:buClr>
              <a:buSzPts val="1500"/>
              <a:buFont typeface="Raleway"/>
              <a:buChar char="●"/>
              <a:defRPr b="0" i="0" sz="1500" u="none" cap="none" strike="noStrike">
                <a:solidFill>
                  <a:schemeClr val="accent4"/>
                </a:solidFill>
                <a:latin typeface="Raleway"/>
                <a:ea typeface="Raleway"/>
                <a:cs typeface="Raleway"/>
                <a:sym typeface="Raleway"/>
              </a:defRPr>
            </a:lvl1pPr>
            <a:lvl2pPr indent="-323850" lvl="1" marL="914400" marR="0" rtl="0" algn="l">
              <a:lnSpc>
                <a:spcPct val="100000"/>
              </a:lnSpc>
              <a:spcBef>
                <a:spcPts val="0"/>
              </a:spcBef>
              <a:spcAft>
                <a:spcPts val="0"/>
              </a:spcAft>
              <a:buClr>
                <a:schemeClr val="accent4"/>
              </a:buClr>
              <a:buSzPts val="1500"/>
              <a:buFont typeface="Raleway"/>
              <a:buChar char="○"/>
              <a:defRPr b="0" i="0" sz="1500" u="none" cap="none" strike="noStrike">
                <a:solidFill>
                  <a:schemeClr val="accent4"/>
                </a:solidFill>
                <a:latin typeface="Raleway"/>
                <a:ea typeface="Raleway"/>
                <a:cs typeface="Raleway"/>
                <a:sym typeface="Raleway"/>
              </a:defRPr>
            </a:lvl2pPr>
            <a:lvl3pPr indent="-323850" lvl="2" marL="1371600" marR="0" rtl="0" algn="l">
              <a:lnSpc>
                <a:spcPct val="100000"/>
              </a:lnSpc>
              <a:spcBef>
                <a:spcPts val="0"/>
              </a:spcBef>
              <a:spcAft>
                <a:spcPts val="0"/>
              </a:spcAft>
              <a:buClr>
                <a:schemeClr val="accent4"/>
              </a:buClr>
              <a:buSzPts val="1500"/>
              <a:buFont typeface="Raleway"/>
              <a:buChar char="■"/>
              <a:defRPr b="0" i="0" sz="1500" u="none" cap="none" strike="noStrike">
                <a:solidFill>
                  <a:schemeClr val="accent4"/>
                </a:solidFill>
                <a:latin typeface="Raleway"/>
                <a:ea typeface="Raleway"/>
                <a:cs typeface="Raleway"/>
                <a:sym typeface="Raleway"/>
              </a:defRPr>
            </a:lvl3pPr>
            <a:lvl4pPr indent="-323850" lvl="3" marL="1828800" marR="0" rtl="0" algn="l">
              <a:lnSpc>
                <a:spcPct val="100000"/>
              </a:lnSpc>
              <a:spcBef>
                <a:spcPts val="0"/>
              </a:spcBef>
              <a:spcAft>
                <a:spcPts val="0"/>
              </a:spcAft>
              <a:buClr>
                <a:schemeClr val="accent4"/>
              </a:buClr>
              <a:buSzPts val="1500"/>
              <a:buFont typeface="Raleway"/>
              <a:buChar char="●"/>
              <a:defRPr b="0" i="0" sz="1500" u="none" cap="none" strike="noStrike">
                <a:solidFill>
                  <a:schemeClr val="accent4"/>
                </a:solidFill>
                <a:latin typeface="Raleway"/>
                <a:ea typeface="Raleway"/>
                <a:cs typeface="Raleway"/>
                <a:sym typeface="Raleway"/>
              </a:defRPr>
            </a:lvl4pPr>
            <a:lvl5pPr indent="-323850" lvl="4" marL="2286000" marR="0" rtl="0" algn="l">
              <a:lnSpc>
                <a:spcPct val="100000"/>
              </a:lnSpc>
              <a:spcBef>
                <a:spcPts val="0"/>
              </a:spcBef>
              <a:spcAft>
                <a:spcPts val="0"/>
              </a:spcAft>
              <a:buClr>
                <a:schemeClr val="accent4"/>
              </a:buClr>
              <a:buSzPts val="1500"/>
              <a:buFont typeface="Raleway"/>
              <a:buChar char="○"/>
              <a:defRPr b="0" i="0" sz="1500" u="none" cap="none" strike="noStrike">
                <a:solidFill>
                  <a:schemeClr val="accent4"/>
                </a:solidFill>
                <a:latin typeface="Raleway"/>
                <a:ea typeface="Raleway"/>
                <a:cs typeface="Raleway"/>
                <a:sym typeface="Raleway"/>
              </a:defRPr>
            </a:lvl5pPr>
            <a:lvl6pPr indent="-323850" lvl="5" marL="2743200" marR="0" rtl="0" algn="l">
              <a:lnSpc>
                <a:spcPct val="100000"/>
              </a:lnSpc>
              <a:spcBef>
                <a:spcPts val="0"/>
              </a:spcBef>
              <a:spcAft>
                <a:spcPts val="0"/>
              </a:spcAft>
              <a:buClr>
                <a:schemeClr val="accent4"/>
              </a:buClr>
              <a:buSzPts val="1500"/>
              <a:buFont typeface="Raleway"/>
              <a:buChar char="■"/>
              <a:defRPr b="0" i="0" sz="1500" u="none" cap="none" strike="noStrike">
                <a:solidFill>
                  <a:schemeClr val="accent4"/>
                </a:solidFill>
                <a:latin typeface="Raleway"/>
                <a:ea typeface="Raleway"/>
                <a:cs typeface="Raleway"/>
                <a:sym typeface="Raleway"/>
              </a:defRPr>
            </a:lvl6pPr>
            <a:lvl7pPr indent="-323850" lvl="6" marL="3200400" marR="0" rtl="0" algn="l">
              <a:lnSpc>
                <a:spcPct val="100000"/>
              </a:lnSpc>
              <a:spcBef>
                <a:spcPts val="0"/>
              </a:spcBef>
              <a:spcAft>
                <a:spcPts val="0"/>
              </a:spcAft>
              <a:buClr>
                <a:schemeClr val="accent4"/>
              </a:buClr>
              <a:buSzPts val="1500"/>
              <a:buFont typeface="Raleway"/>
              <a:buChar char="●"/>
              <a:defRPr b="0" i="0" sz="1500" u="none" cap="none" strike="noStrike">
                <a:solidFill>
                  <a:schemeClr val="accent4"/>
                </a:solidFill>
                <a:latin typeface="Raleway"/>
                <a:ea typeface="Raleway"/>
                <a:cs typeface="Raleway"/>
                <a:sym typeface="Raleway"/>
              </a:defRPr>
            </a:lvl7pPr>
            <a:lvl8pPr indent="-323850" lvl="7" marL="3657600" marR="0" rtl="0" algn="l">
              <a:lnSpc>
                <a:spcPct val="100000"/>
              </a:lnSpc>
              <a:spcBef>
                <a:spcPts val="0"/>
              </a:spcBef>
              <a:spcAft>
                <a:spcPts val="0"/>
              </a:spcAft>
              <a:buClr>
                <a:schemeClr val="accent4"/>
              </a:buClr>
              <a:buSzPts val="1500"/>
              <a:buFont typeface="Raleway"/>
              <a:buChar char="○"/>
              <a:defRPr b="0" i="0" sz="1500" u="none" cap="none" strike="noStrike">
                <a:solidFill>
                  <a:schemeClr val="accent4"/>
                </a:solidFill>
                <a:latin typeface="Raleway"/>
                <a:ea typeface="Raleway"/>
                <a:cs typeface="Raleway"/>
                <a:sym typeface="Raleway"/>
              </a:defRPr>
            </a:lvl8pPr>
            <a:lvl9pPr indent="-323850" lvl="8" marL="4114800" marR="0" rtl="0" algn="l">
              <a:lnSpc>
                <a:spcPct val="100000"/>
              </a:lnSpc>
              <a:spcBef>
                <a:spcPts val="0"/>
              </a:spcBef>
              <a:spcAft>
                <a:spcPts val="0"/>
              </a:spcAft>
              <a:buClr>
                <a:schemeClr val="accent4"/>
              </a:buClr>
              <a:buSzPts val="1500"/>
              <a:buFont typeface="Raleway"/>
              <a:buChar char="■"/>
              <a:defRPr b="0" i="0" sz="1500" u="none" cap="none" strike="noStrike">
                <a:solidFill>
                  <a:schemeClr val="accent4"/>
                </a:solidFill>
                <a:latin typeface="Raleway"/>
                <a:ea typeface="Raleway"/>
                <a:cs typeface="Raleway"/>
                <a:sym typeface="Raleway"/>
              </a:defRPr>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 id="2147483694" r:id="rId23"/>
    <p:sldLayoutId id="2147483695" r:id="rId24"/>
    <p:sldLayoutId id="2147483696" r:id="rId25"/>
    <p:sldLayoutId id="2147483697" r:id="rId26"/>
    <p:sldLayoutId id="2147483698" r:id="rId27"/>
    <p:sldLayoutId id="2147483699" r:id="rId28"/>
    <p:sldLayoutId id="2147483700" r:id="rId29"/>
    <p:sldLayoutId id="2147483701" r:id="rId30"/>
    <p:sldLayoutId id="2147483702" r:id="rId31"/>
    <p:sldLayoutId id="2147483703" r:id="rId3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59"/>
          <p:cNvSpPr txBox="1"/>
          <p:nvPr>
            <p:ph type="ctrTitle"/>
          </p:nvPr>
        </p:nvSpPr>
        <p:spPr>
          <a:xfrm>
            <a:off x="387133" y="1964700"/>
            <a:ext cx="7173600" cy="1655700"/>
          </a:xfrm>
          <a:prstGeom prst="rect">
            <a:avLst/>
          </a:prstGeom>
          <a:noFill/>
          <a:ln>
            <a:noFill/>
          </a:ln>
        </p:spPr>
        <p:txBody>
          <a:bodyPr anchorCtr="0" anchor="t" bIns="91425" lIns="91425" spcFirstLastPara="1" rIns="91425" wrap="square" tIns="91425">
            <a:normAutofit/>
          </a:bodyPr>
          <a:lstStyle/>
          <a:p>
            <a:pPr indent="0" lvl="0" marL="0" rtl="0" algn="ctr">
              <a:lnSpc>
                <a:spcPct val="107000"/>
              </a:lnSpc>
              <a:spcBef>
                <a:spcPts val="0"/>
              </a:spcBef>
              <a:spcAft>
                <a:spcPts val="0"/>
              </a:spcAft>
              <a:buClr>
                <a:schemeClr val="lt1"/>
              </a:buClr>
              <a:buSzPts val="4000"/>
              <a:buFont typeface="Arial"/>
              <a:buNone/>
            </a:pPr>
            <a:r>
              <a:rPr b="1" lang="en" sz="4000">
                <a:solidFill>
                  <a:schemeClr val="accent1"/>
                </a:solidFill>
                <a:highlight>
                  <a:schemeClr val="dk1"/>
                </a:highlight>
                <a:latin typeface="Algerian"/>
                <a:ea typeface="Algerian"/>
                <a:cs typeface="Algerian"/>
                <a:sym typeface="Algerian"/>
              </a:rPr>
              <a:t>VISUAL ANALYTICS OF AIRLINE DATA</a:t>
            </a:r>
            <a:endParaRPr b="1" sz="4000">
              <a:solidFill>
                <a:schemeClr val="accent1"/>
              </a:solidFill>
              <a:highlight>
                <a:schemeClr val="dk1"/>
              </a:highlight>
              <a:latin typeface="Algerian"/>
              <a:ea typeface="Algerian"/>
              <a:cs typeface="Algerian"/>
              <a:sym typeface="Algerian"/>
            </a:endParaRPr>
          </a:p>
          <a:p>
            <a:pPr indent="0" lvl="0" marL="0" rtl="0" algn="l">
              <a:lnSpc>
                <a:spcPct val="90000"/>
              </a:lnSpc>
              <a:spcBef>
                <a:spcPts val="0"/>
              </a:spcBef>
              <a:spcAft>
                <a:spcPts val="0"/>
              </a:spcAft>
              <a:buSzPts val="5200"/>
              <a:buNone/>
            </a:pPr>
            <a:r>
              <a:t/>
            </a:r>
            <a:endParaRPr/>
          </a:p>
        </p:txBody>
      </p:sp>
      <p:sp>
        <p:nvSpPr>
          <p:cNvPr id="723" name="Google Shape;723;p59"/>
          <p:cNvSpPr txBox="1"/>
          <p:nvPr>
            <p:ph idx="1" type="subTitle"/>
          </p:nvPr>
        </p:nvSpPr>
        <p:spPr>
          <a:xfrm>
            <a:off x="5804599" y="4031033"/>
            <a:ext cx="4126800" cy="1112467"/>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400"/>
              <a:buNone/>
            </a:pPr>
            <a:r>
              <a:rPr b="1" lang="en" sz="1800">
                <a:solidFill>
                  <a:schemeClr val="accent1"/>
                </a:solidFill>
                <a:highlight>
                  <a:schemeClr val="dk1"/>
                </a:highlight>
                <a:latin typeface="Times New Roman"/>
                <a:ea typeface="Times New Roman"/>
                <a:cs typeface="Times New Roman"/>
                <a:sym typeface="Times New Roman"/>
              </a:rPr>
              <a:t>BY-</a:t>
            </a:r>
            <a:endParaRPr b="1" sz="1800">
              <a:solidFill>
                <a:schemeClr val="accent1"/>
              </a:solidFill>
              <a:highlight>
                <a:schemeClr val="dk1"/>
              </a:highlight>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b="1" lang="en" sz="1800">
                <a:solidFill>
                  <a:schemeClr val="accent1"/>
                </a:solidFill>
                <a:highlight>
                  <a:schemeClr val="dk1"/>
                </a:highlight>
                <a:latin typeface="Times New Roman"/>
                <a:ea typeface="Times New Roman"/>
                <a:cs typeface="Times New Roman"/>
                <a:sym typeface="Times New Roman"/>
              </a:rPr>
              <a:t>      SHUBHANKAN SHINDE</a:t>
            </a:r>
            <a:endParaRPr b="1" sz="1800">
              <a:solidFill>
                <a:schemeClr val="accent1"/>
              </a:solidFill>
              <a:highlight>
                <a:schemeClr val="dk1"/>
              </a:highlight>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60"/>
          <p:cNvSpPr txBox="1"/>
          <p:nvPr>
            <p:ph type="title"/>
          </p:nvPr>
        </p:nvSpPr>
        <p:spPr>
          <a:xfrm>
            <a:off x="720000" y="534999"/>
            <a:ext cx="7704000" cy="667267"/>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300"/>
              <a:buNone/>
            </a:pPr>
            <a:r>
              <a:rPr b="1" lang="en" sz="3200">
                <a:solidFill>
                  <a:schemeClr val="accent1"/>
                </a:solidFill>
                <a:highlight>
                  <a:schemeClr val="dk1"/>
                </a:highlight>
                <a:latin typeface="Algerian"/>
                <a:ea typeface="Algerian"/>
                <a:cs typeface="Algerian"/>
                <a:sym typeface="Algerian"/>
              </a:rPr>
              <a:t>Table of Contents </a:t>
            </a:r>
            <a:endParaRPr b="1" sz="3200">
              <a:solidFill>
                <a:schemeClr val="accent1"/>
              </a:solidFill>
              <a:highlight>
                <a:schemeClr val="dk1"/>
              </a:highlight>
              <a:latin typeface="Algerian"/>
              <a:ea typeface="Algerian"/>
              <a:cs typeface="Algerian"/>
              <a:sym typeface="Algerian"/>
            </a:endParaRPr>
          </a:p>
        </p:txBody>
      </p:sp>
      <p:sp>
        <p:nvSpPr>
          <p:cNvPr id="729" name="Google Shape;729;p60"/>
          <p:cNvSpPr txBox="1"/>
          <p:nvPr>
            <p:ph idx="1" type="body"/>
          </p:nvPr>
        </p:nvSpPr>
        <p:spPr>
          <a:xfrm>
            <a:off x="821600" y="1202266"/>
            <a:ext cx="3530267" cy="3495900"/>
          </a:xfrm>
          <a:prstGeom prst="rect">
            <a:avLst/>
          </a:prstGeom>
          <a:noFill/>
          <a:ln>
            <a:noFill/>
          </a:ln>
        </p:spPr>
        <p:txBody>
          <a:bodyPr anchorCtr="0" anchor="t" bIns="91425" lIns="91425" spcFirstLastPara="1" rIns="91425" wrap="square" tIns="91425">
            <a:normAutofit fontScale="92500"/>
          </a:bodyPr>
          <a:lstStyle/>
          <a:p>
            <a:pPr indent="-342900" lvl="0" marL="342900" rtl="0" algn="l">
              <a:lnSpc>
                <a:spcPct val="150000"/>
              </a:lnSpc>
              <a:spcBef>
                <a:spcPts val="0"/>
              </a:spcBef>
              <a:spcAft>
                <a:spcPts val="0"/>
              </a:spcAft>
              <a:buClr>
                <a:srgbClr val="36393B"/>
              </a:buClr>
              <a:buSzPct val="90089"/>
              <a:buFont typeface="Arial"/>
              <a:buChar char="•"/>
            </a:pPr>
            <a:r>
              <a:rPr b="1" lang="en" sz="2400">
                <a:solidFill>
                  <a:schemeClr val="accent1"/>
                </a:solidFill>
                <a:latin typeface="Work Sans"/>
                <a:ea typeface="Work Sans"/>
                <a:cs typeface="Work Sans"/>
                <a:sym typeface="Work Sans"/>
              </a:rPr>
              <a:t>INTRODUCTION </a:t>
            </a:r>
            <a:endParaRPr b="1" sz="2400">
              <a:solidFill>
                <a:schemeClr val="accent1"/>
              </a:solidFill>
              <a:latin typeface="Work Sans"/>
              <a:ea typeface="Work Sans"/>
              <a:cs typeface="Work Sans"/>
              <a:sym typeface="Work Sans"/>
            </a:endParaRPr>
          </a:p>
          <a:p>
            <a:pPr indent="-342900" lvl="0" marL="342900" rtl="0" algn="l">
              <a:lnSpc>
                <a:spcPct val="150000"/>
              </a:lnSpc>
              <a:spcBef>
                <a:spcPts val="1000"/>
              </a:spcBef>
              <a:spcAft>
                <a:spcPts val="0"/>
              </a:spcAft>
              <a:buClr>
                <a:srgbClr val="36393B"/>
              </a:buClr>
              <a:buSzPct val="90089"/>
              <a:buFont typeface="Arial"/>
              <a:buChar char="•"/>
            </a:pPr>
            <a:r>
              <a:rPr b="1" lang="en" sz="2400">
                <a:solidFill>
                  <a:schemeClr val="accent1"/>
                </a:solidFill>
                <a:latin typeface="Work Sans"/>
                <a:ea typeface="Work Sans"/>
                <a:cs typeface="Work Sans"/>
                <a:sym typeface="Work Sans"/>
              </a:rPr>
              <a:t>EXPLORE THE DATA</a:t>
            </a:r>
            <a:endParaRPr b="1" sz="2400">
              <a:solidFill>
                <a:schemeClr val="accent1"/>
              </a:solidFill>
              <a:latin typeface="Work Sans"/>
              <a:ea typeface="Work Sans"/>
              <a:cs typeface="Work Sans"/>
              <a:sym typeface="Work Sans"/>
            </a:endParaRPr>
          </a:p>
          <a:p>
            <a:pPr indent="-342900" lvl="0" marL="342900" rtl="0" algn="l">
              <a:lnSpc>
                <a:spcPct val="150000"/>
              </a:lnSpc>
              <a:spcBef>
                <a:spcPts val="1000"/>
              </a:spcBef>
              <a:spcAft>
                <a:spcPts val="0"/>
              </a:spcAft>
              <a:buClr>
                <a:srgbClr val="36393B"/>
              </a:buClr>
              <a:buSzPct val="90089"/>
              <a:buFont typeface="Arial"/>
              <a:buChar char="•"/>
            </a:pPr>
            <a:r>
              <a:rPr b="1" lang="en" sz="2400">
                <a:solidFill>
                  <a:schemeClr val="accent1"/>
                </a:solidFill>
                <a:latin typeface="Work Sans"/>
                <a:ea typeface="Work Sans"/>
                <a:cs typeface="Work Sans"/>
                <a:sym typeface="Work Sans"/>
              </a:rPr>
              <a:t>CALCULATIONS</a:t>
            </a:r>
            <a:endParaRPr b="1" sz="2400">
              <a:solidFill>
                <a:schemeClr val="accent1"/>
              </a:solidFill>
              <a:latin typeface="Work Sans"/>
              <a:ea typeface="Work Sans"/>
              <a:cs typeface="Work Sans"/>
              <a:sym typeface="Work Sans"/>
            </a:endParaRPr>
          </a:p>
          <a:p>
            <a:pPr indent="-342900" lvl="0" marL="342900" rtl="0" algn="l">
              <a:lnSpc>
                <a:spcPct val="150000"/>
              </a:lnSpc>
              <a:spcBef>
                <a:spcPts val="1000"/>
              </a:spcBef>
              <a:spcAft>
                <a:spcPts val="0"/>
              </a:spcAft>
              <a:buClr>
                <a:srgbClr val="36393B"/>
              </a:buClr>
              <a:buSzPct val="90089"/>
              <a:buFont typeface="Arial"/>
              <a:buChar char="•"/>
            </a:pPr>
            <a:r>
              <a:rPr b="1" lang="en" sz="2400">
                <a:solidFill>
                  <a:schemeClr val="accent1"/>
                </a:solidFill>
                <a:latin typeface="Work Sans"/>
                <a:ea typeface="Work Sans"/>
                <a:cs typeface="Work Sans"/>
                <a:sym typeface="Work Sans"/>
              </a:rPr>
              <a:t>VISUALIZATIONS</a:t>
            </a:r>
            <a:endParaRPr b="1" sz="2400">
              <a:solidFill>
                <a:schemeClr val="accent1"/>
              </a:solidFill>
              <a:latin typeface="Work Sans"/>
              <a:ea typeface="Work Sans"/>
              <a:cs typeface="Work Sans"/>
              <a:sym typeface="Work Sans"/>
            </a:endParaRPr>
          </a:p>
          <a:p>
            <a:pPr indent="-342900" lvl="0" marL="342900" rtl="0" algn="l">
              <a:lnSpc>
                <a:spcPct val="150000"/>
              </a:lnSpc>
              <a:spcBef>
                <a:spcPts val="1000"/>
              </a:spcBef>
              <a:spcAft>
                <a:spcPts val="0"/>
              </a:spcAft>
              <a:buClr>
                <a:srgbClr val="36393B"/>
              </a:buClr>
              <a:buSzPct val="90089"/>
              <a:buFont typeface="Arial"/>
              <a:buChar char="•"/>
            </a:pPr>
            <a:r>
              <a:rPr b="1" lang="en" sz="2400">
                <a:solidFill>
                  <a:schemeClr val="accent1"/>
                </a:solidFill>
                <a:latin typeface="Work Sans"/>
                <a:ea typeface="Work Sans"/>
                <a:cs typeface="Work Sans"/>
                <a:sym typeface="Work Sans"/>
              </a:rPr>
              <a:t>CONCLUSION</a:t>
            </a:r>
            <a:endParaRPr b="1" sz="2400">
              <a:solidFill>
                <a:schemeClr val="accent1"/>
              </a:solidFill>
              <a:latin typeface="Work Sans"/>
              <a:ea typeface="Work Sans"/>
              <a:cs typeface="Work Sans"/>
              <a:sym typeface="Work Sans"/>
            </a:endParaRPr>
          </a:p>
          <a:p>
            <a:pPr indent="0" lvl="0" marL="0" rtl="0" algn="l">
              <a:lnSpc>
                <a:spcPct val="100000"/>
              </a:lnSpc>
              <a:spcBef>
                <a:spcPts val="0"/>
              </a:spcBef>
              <a:spcAft>
                <a:spcPts val="1200"/>
              </a:spcAft>
              <a:buSzPct val="108108"/>
              <a:buNone/>
            </a:pPr>
            <a:r>
              <a:t/>
            </a:r>
            <a:endParaRPr/>
          </a:p>
        </p:txBody>
      </p:sp>
      <p:pic>
        <p:nvPicPr>
          <p:cNvPr id="730" name="Google Shape;730;p60"/>
          <p:cNvPicPr preferRelativeResize="0"/>
          <p:nvPr/>
        </p:nvPicPr>
        <p:blipFill rotWithShape="1">
          <a:blip r:embed="rId3">
            <a:alphaModFix/>
          </a:blip>
          <a:srcRect b="-108203" l="-231250" r="-231250" t="-108202"/>
          <a:stretch/>
        </p:blipFill>
        <p:spPr>
          <a:xfrm>
            <a:off x="6858000" y="3857625"/>
            <a:ext cx="2286000" cy="128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1"/>
                                        <p:tgtEl>
                                          <p:spTgt spid="7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61"/>
          <p:cNvSpPr txBox="1"/>
          <p:nvPr>
            <p:ph type="title"/>
          </p:nvPr>
        </p:nvSpPr>
        <p:spPr>
          <a:xfrm>
            <a:off x="720000" y="535000"/>
            <a:ext cx="7704000" cy="48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90000"/>
              </a:lnSpc>
              <a:spcBef>
                <a:spcPts val="0"/>
              </a:spcBef>
              <a:spcAft>
                <a:spcPts val="0"/>
              </a:spcAft>
              <a:buClr>
                <a:srgbClr val="36393B"/>
              </a:buClr>
              <a:buSzPct val="100000"/>
              <a:buFont typeface="Arial Black"/>
              <a:buNone/>
            </a:pPr>
            <a:r>
              <a:rPr b="1" lang="en" sz="3600">
                <a:solidFill>
                  <a:schemeClr val="accent1"/>
                </a:solidFill>
                <a:highlight>
                  <a:schemeClr val="dk1"/>
                </a:highlight>
                <a:latin typeface="Algerian"/>
                <a:ea typeface="Algerian"/>
                <a:cs typeface="Algerian"/>
                <a:sym typeface="Algerian"/>
              </a:rPr>
              <a:t>INTRODUCTION</a:t>
            </a:r>
            <a:endParaRPr b="1" sz="3600">
              <a:solidFill>
                <a:schemeClr val="accent1"/>
              </a:solidFill>
              <a:highlight>
                <a:schemeClr val="dk1"/>
              </a:highlight>
              <a:latin typeface="Algerian"/>
              <a:ea typeface="Algerian"/>
              <a:cs typeface="Algerian"/>
              <a:sym typeface="Algerian"/>
            </a:endParaRPr>
          </a:p>
          <a:p>
            <a:pPr indent="0" lvl="0" marL="0" rtl="0" algn="l">
              <a:lnSpc>
                <a:spcPct val="100000"/>
              </a:lnSpc>
              <a:spcBef>
                <a:spcPts val="0"/>
              </a:spcBef>
              <a:spcAft>
                <a:spcPts val="0"/>
              </a:spcAft>
              <a:buSzPct val="111111"/>
              <a:buNone/>
            </a:pPr>
            <a:r>
              <a:t/>
            </a:r>
            <a:endParaRPr/>
          </a:p>
        </p:txBody>
      </p:sp>
      <p:sp>
        <p:nvSpPr>
          <p:cNvPr id="736" name="Google Shape;736;p61"/>
          <p:cNvSpPr txBox="1"/>
          <p:nvPr>
            <p:ph idx="1" type="body"/>
          </p:nvPr>
        </p:nvSpPr>
        <p:spPr>
          <a:xfrm>
            <a:off x="720000" y="789709"/>
            <a:ext cx="8025000" cy="4064516"/>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200"/>
              <a:buNone/>
            </a:pPr>
            <a:r>
              <a:t/>
            </a:r>
            <a:endParaRPr b="1" sz="1800">
              <a:solidFill>
                <a:schemeClr val="accent1"/>
              </a:solidFill>
              <a:latin typeface="Arial"/>
              <a:ea typeface="Arial"/>
              <a:cs typeface="Arial"/>
              <a:sym typeface="Arial"/>
            </a:endParaRPr>
          </a:p>
          <a:p>
            <a:pPr indent="0" lvl="0" marL="0" rtl="0" algn="just">
              <a:lnSpc>
                <a:spcPct val="115000"/>
              </a:lnSpc>
              <a:spcBef>
                <a:spcPts val="1200"/>
              </a:spcBef>
              <a:spcAft>
                <a:spcPts val="0"/>
              </a:spcAft>
              <a:buSzPts val="1200"/>
              <a:buNone/>
            </a:pPr>
            <a:r>
              <a:rPr b="1" lang="en" sz="1800">
                <a:solidFill>
                  <a:schemeClr val="accent1"/>
                </a:solidFill>
                <a:latin typeface="Arial"/>
                <a:ea typeface="Arial"/>
                <a:cs typeface="Arial"/>
                <a:sym typeface="Arial"/>
              </a:rPr>
              <a:t>This project aims to improve operational efficiency and elevate passenger experience in the airline industry by leveraging data-driven insights. Using Tableau for visual analytics, it examines important metrics such as travel time, stoppages, ticket prices, and market share from a rich dataset covering multiple airlines. The goal is to uncover patterns that impact airline performance and customer preferences, supporting better decision-making for both stakeholders and travelers. The report outlines the data exploration process, answers key business questions, and presents findings through impactful, easy-to-understand visualizations.</a:t>
            </a:r>
            <a:endParaRPr b="1" sz="1800">
              <a:solidFill>
                <a:schemeClr val="accent1"/>
              </a:solidFill>
              <a:latin typeface="Arial"/>
              <a:ea typeface="Arial"/>
              <a:cs typeface="Arial"/>
              <a:sym typeface="Arial"/>
            </a:endParaRPr>
          </a:p>
          <a:p>
            <a:pPr indent="0" lvl="0" marL="0" rtl="0" algn="just">
              <a:lnSpc>
                <a:spcPct val="140000"/>
              </a:lnSpc>
              <a:spcBef>
                <a:spcPts val="1200"/>
              </a:spcBef>
              <a:spcAft>
                <a:spcPts val="0"/>
              </a:spcAft>
              <a:buClr>
                <a:srgbClr val="36393B"/>
              </a:buClr>
              <a:buSzPts val="1800"/>
              <a:buFont typeface="Avenir"/>
              <a:buNone/>
            </a:pPr>
            <a:r>
              <a:t/>
            </a:r>
            <a:endParaRPr b="1" sz="1800">
              <a:solidFill>
                <a:schemeClr val="accent1"/>
              </a:solidFill>
            </a:endParaRPr>
          </a:p>
          <a:p>
            <a:pPr indent="0" lvl="0" marL="0" rtl="0" algn="l">
              <a:lnSpc>
                <a:spcPct val="100000"/>
              </a:lnSpc>
              <a:spcBef>
                <a:spcPts val="0"/>
              </a:spcBef>
              <a:spcAft>
                <a:spcPts val="1200"/>
              </a:spcAft>
              <a:buSzPts val="1297"/>
              <a:buNone/>
            </a:pPr>
            <a:r>
              <a:t/>
            </a:r>
            <a:endParaRPr b="1">
              <a:solidFill>
                <a:schemeClr val="accent1"/>
              </a:solidFill>
              <a:latin typeface="Work Sans"/>
              <a:ea typeface="Work Sans"/>
              <a:cs typeface="Work Sans"/>
              <a:sym typeface="Work Sans"/>
            </a:endParaRPr>
          </a:p>
        </p:txBody>
      </p:sp>
      <p:pic>
        <p:nvPicPr>
          <p:cNvPr id="737" name="Google Shape;737;p61"/>
          <p:cNvPicPr preferRelativeResize="0"/>
          <p:nvPr/>
        </p:nvPicPr>
        <p:blipFill rotWithShape="1">
          <a:blip r:embed="rId3">
            <a:alphaModFix/>
          </a:blip>
          <a:srcRect b="-108203" l="-231250" r="-231250" t="-108202"/>
          <a:stretch/>
        </p:blipFill>
        <p:spPr>
          <a:xfrm>
            <a:off x="6858000" y="3857625"/>
            <a:ext cx="2286000" cy="128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37"/>
                                        </p:tgtEl>
                                        <p:attrNameLst>
                                          <p:attrName>style.visibility</p:attrName>
                                        </p:attrNameLst>
                                      </p:cBhvr>
                                      <p:to>
                                        <p:strVal val="visible"/>
                                      </p:to>
                                    </p:set>
                                    <p:animEffect filter="fade" transition="in">
                                      <p:cBhvr>
                                        <p:cTn dur="1"/>
                                        <p:tgtEl>
                                          <p:spTgt spid="7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62"/>
          <p:cNvSpPr txBox="1"/>
          <p:nvPr>
            <p:ph type="title"/>
          </p:nvPr>
        </p:nvSpPr>
        <p:spPr>
          <a:xfrm>
            <a:off x="720000" y="535000"/>
            <a:ext cx="7704000" cy="48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rgbClr val="36393B"/>
              </a:buClr>
              <a:buSzPct val="111111"/>
              <a:buFont typeface="Arial Black"/>
              <a:buNone/>
            </a:pPr>
            <a:r>
              <a:rPr b="1" lang="en" sz="3600">
                <a:solidFill>
                  <a:schemeClr val="accent1"/>
                </a:solidFill>
                <a:highlight>
                  <a:schemeClr val="dk1"/>
                </a:highlight>
                <a:latin typeface="Algerian"/>
                <a:ea typeface="Algerian"/>
                <a:cs typeface="Algerian"/>
                <a:sym typeface="Algerian"/>
              </a:rPr>
              <a:t>EXPLORE THE DATA</a:t>
            </a:r>
            <a:endParaRPr b="1" sz="3600">
              <a:solidFill>
                <a:schemeClr val="accent1"/>
              </a:solidFill>
              <a:highlight>
                <a:schemeClr val="dk1"/>
              </a:highlight>
              <a:latin typeface="Algerian"/>
              <a:ea typeface="Algerian"/>
              <a:cs typeface="Algerian"/>
              <a:sym typeface="Algerian"/>
            </a:endParaRPr>
          </a:p>
        </p:txBody>
      </p:sp>
      <p:sp>
        <p:nvSpPr>
          <p:cNvPr id="743" name="Google Shape;743;p62"/>
          <p:cNvSpPr txBox="1"/>
          <p:nvPr>
            <p:ph idx="1" type="body"/>
          </p:nvPr>
        </p:nvSpPr>
        <p:spPr>
          <a:xfrm>
            <a:off x="720000" y="1112625"/>
            <a:ext cx="7704000" cy="3495900"/>
          </a:xfrm>
          <a:prstGeom prst="rect">
            <a:avLst/>
          </a:prstGeom>
          <a:noFill/>
          <a:ln>
            <a:noFill/>
          </a:ln>
        </p:spPr>
        <p:txBody>
          <a:bodyPr anchorCtr="0" anchor="t" bIns="91425" lIns="91425" spcFirstLastPara="1" rIns="91425" wrap="square" tIns="91425">
            <a:noAutofit/>
          </a:bodyPr>
          <a:lstStyle/>
          <a:p>
            <a:pPr indent="0" lvl="0" marL="0" rtl="0" algn="just">
              <a:lnSpc>
                <a:spcPct val="140000"/>
              </a:lnSpc>
              <a:spcBef>
                <a:spcPts val="0"/>
              </a:spcBef>
              <a:spcAft>
                <a:spcPts val="0"/>
              </a:spcAft>
              <a:buClr>
                <a:srgbClr val="36393B"/>
              </a:buClr>
              <a:buSzPts val="1800"/>
              <a:buFont typeface="Avenir"/>
              <a:buNone/>
            </a:pPr>
            <a:r>
              <a:rPr b="1" lang="en" sz="1600">
                <a:solidFill>
                  <a:schemeClr val="accent1"/>
                </a:solidFill>
                <a:latin typeface="Arial"/>
                <a:ea typeface="Arial"/>
                <a:cs typeface="Arial"/>
                <a:sym typeface="Arial"/>
              </a:rPr>
              <a:t>This section outlines the methods and visualizations applied in analyzing airline data using Tableau. It involves steps such as importing and cleaning the dataset, segmenting it by variables like airline and airport, and integrating dynamic parameters to compare flight durations. Each visualization is designed to reveal specific insights—for instance, identifying airlines with the highest travel time and stoppages, assessing ticket price variations, and exploring the relationship between stoppages and cost. Additional visuals illustrate patterns in flight frequency, pricing trends, market share, and departure timing. Altogether, this approach offers a structured and insightful view of airline operations through focused visual analysis.</a:t>
            </a:r>
            <a:endParaRPr b="1" sz="1600">
              <a:solidFill>
                <a:schemeClr val="accent1"/>
              </a:solidFill>
              <a:latin typeface="Arial"/>
              <a:ea typeface="Arial"/>
              <a:cs typeface="Arial"/>
              <a:sym typeface="Arial"/>
            </a:endParaRPr>
          </a:p>
        </p:txBody>
      </p:sp>
      <p:pic>
        <p:nvPicPr>
          <p:cNvPr id="744" name="Google Shape;744;p62"/>
          <p:cNvPicPr preferRelativeResize="0"/>
          <p:nvPr/>
        </p:nvPicPr>
        <p:blipFill rotWithShape="1">
          <a:blip r:embed="rId3">
            <a:alphaModFix/>
          </a:blip>
          <a:srcRect b="-108203" l="-231250" r="-231250" t="-108202"/>
          <a:stretch/>
        </p:blipFill>
        <p:spPr>
          <a:xfrm>
            <a:off x="6858000" y="3857625"/>
            <a:ext cx="2286000" cy="128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1"/>
                                        <p:tgtEl>
                                          <p:spTgt spid="7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63"/>
          <p:cNvSpPr txBox="1"/>
          <p:nvPr>
            <p:ph type="title"/>
          </p:nvPr>
        </p:nvSpPr>
        <p:spPr>
          <a:xfrm>
            <a:off x="3148775" y="394942"/>
            <a:ext cx="3301800" cy="4827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36393B"/>
              </a:buClr>
              <a:buSzPts val="3600"/>
              <a:buFont typeface="Arial Black"/>
              <a:buNone/>
            </a:pPr>
            <a:r>
              <a:rPr b="1" lang="en" sz="3200">
                <a:solidFill>
                  <a:schemeClr val="accent1"/>
                </a:solidFill>
                <a:highlight>
                  <a:schemeClr val="dk1"/>
                </a:highlight>
                <a:latin typeface="Algerian"/>
                <a:ea typeface="Algerian"/>
                <a:cs typeface="Algerian"/>
                <a:sym typeface="Algerian"/>
              </a:rPr>
              <a:t>CALCULATIONS</a:t>
            </a:r>
            <a:endParaRPr b="1" sz="3200">
              <a:solidFill>
                <a:schemeClr val="accent1"/>
              </a:solidFill>
              <a:highlight>
                <a:schemeClr val="dk1"/>
              </a:highlight>
              <a:latin typeface="Algerian"/>
              <a:ea typeface="Algerian"/>
              <a:cs typeface="Algerian"/>
              <a:sym typeface="Algerian"/>
            </a:endParaRPr>
          </a:p>
        </p:txBody>
      </p:sp>
      <p:sp>
        <p:nvSpPr>
          <p:cNvPr id="750" name="Google Shape;750;p63"/>
          <p:cNvSpPr txBox="1"/>
          <p:nvPr>
            <p:ph idx="1" type="body"/>
          </p:nvPr>
        </p:nvSpPr>
        <p:spPr>
          <a:xfrm>
            <a:off x="556750" y="1037400"/>
            <a:ext cx="8155500" cy="3678600"/>
          </a:xfrm>
          <a:prstGeom prst="rect">
            <a:avLst/>
          </a:prstGeom>
          <a:noFill/>
          <a:ln>
            <a:noFill/>
          </a:ln>
        </p:spPr>
        <p:txBody>
          <a:bodyPr anchorCtr="0" anchor="t" bIns="91425" lIns="91425" spcFirstLastPara="1" rIns="91425" wrap="square" tIns="91425">
            <a:noAutofit/>
          </a:bodyPr>
          <a:lstStyle/>
          <a:p>
            <a:pPr indent="0" lvl="0" marL="0" rtl="0" algn="just">
              <a:lnSpc>
                <a:spcPct val="95000"/>
              </a:lnSpc>
              <a:spcBef>
                <a:spcPts val="1200"/>
              </a:spcBef>
              <a:spcAft>
                <a:spcPts val="0"/>
              </a:spcAft>
              <a:buSzPts val="605"/>
              <a:buNone/>
            </a:pPr>
            <a:r>
              <a:rPr b="1" lang="en" sz="1686">
                <a:solidFill>
                  <a:schemeClr val="accent1"/>
                </a:solidFill>
                <a:latin typeface="Arial"/>
                <a:ea typeface="Arial"/>
                <a:cs typeface="Arial"/>
                <a:sym typeface="Arial"/>
              </a:rPr>
              <a:t>This section details the processes involved in cleaning, transforming, and preparing the airline dataset for analysis. Major steps included renaming columns for clarity, converting data types (such as formatting ticket prices as currency), and splitting specific fields to enable more granular analysis of stoppage times. Redundant data was removed, and date/time fields were properly formatted to support time-based insights. Geocoding was also applied to enable spatial analysis using airport locations. Several calculated fields were developed to extract key metrics, such as average waiting time per stop, total stoppages, cumulative delay time, and cost per flight hour. Additionally, dynamic parameters were introduced—such as a travel time slider—allowing users to interactively explore performance across different flight durations. These enhancements, combined with table calculations and comparative views, helped produce highly interactive and informative visualizations.</a:t>
            </a:r>
            <a:endParaRPr b="1" sz="1686">
              <a:solidFill>
                <a:schemeClr val="accent1"/>
              </a:solidFill>
              <a:latin typeface="Arial"/>
              <a:ea typeface="Arial"/>
              <a:cs typeface="Arial"/>
              <a:sym typeface="Arial"/>
            </a:endParaRPr>
          </a:p>
          <a:p>
            <a:pPr indent="0" lvl="0" marL="0" rtl="0" algn="just">
              <a:lnSpc>
                <a:spcPct val="120000"/>
              </a:lnSpc>
              <a:spcBef>
                <a:spcPts val="1200"/>
              </a:spcBef>
              <a:spcAft>
                <a:spcPts val="0"/>
              </a:spcAft>
              <a:buClr>
                <a:srgbClr val="36393B"/>
              </a:buClr>
              <a:buSzPts val="880"/>
              <a:buFont typeface="Avenir"/>
              <a:buNone/>
            </a:pPr>
            <a:r>
              <a:t/>
            </a:r>
            <a:endParaRPr b="1" sz="880">
              <a:solidFill>
                <a:schemeClr val="accent1"/>
              </a:solidFill>
              <a:latin typeface="Arial"/>
              <a:ea typeface="Arial"/>
              <a:cs typeface="Arial"/>
              <a:sym typeface="Arial"/>
            </a:endParaRPr>
          </a:p>
        </p:txBody>
      </p:sp>
      <p:pic>
        <p:nvPicPr>
          <p:cNvPr id="751" name="Google Shape;751;p63"/>
          <p:cNvPicPr preferRelativeResize="0"/>
          <p:nvPr/>
        </p:nvPicPr>
        <p:blipFill rotWithShape="1">
          <a:blip r:embed="rId3">
            <a:alphaModFix/>
          </a:blip>
          <a:srcRect b="-108203" l="-231250" r="-231250" t="-108202"/>
          <a:stretch/>
        </p:blipFill>
        <p:spPr>
          <a:xfrm>
            <a:off x="6858000" y="3857625"/>
            <a:ext cx="2286000" cy="128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1"/>
                                        <p:tgtEl>
                                          <p:spTgt spid="7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64"/>
          <p:cNvSpPr txBox="1"/>
          <p:nvPr>
            <p:ph type="title"/>
          </p:nvPr>
        </p:nvSpPr>
        <p:spPr>
          <a:xfrm>
            <a:off x="2016550" y="1975317"/>
            <a:ext cx="5110900" cy="914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rgbClr val="36393B"/>
              </a:buClr>
              <a:buSzPct val="98765"/>
              <a:buFont typeface="Arial Black"/>
              <a:buNone/>
            </a:pPr>
            <a:r>
              <a:rPr b="1" lang="en" sz="5400">
                <a:solidFill>
                  <a:schemeClr val="accent1"/>
                </a:solidFill>
                <a:highlight>
                  <a:schemeClr val="dk1"/>
                </a:highlight>
                <a:latin typeface="Algerian"/>
                <a:ea typeface="Algerian"/>
                <a:cs typeface="Algerian"/>
                <a:sym typeface="Algerian"/>
              </a:rPr>
              <a:t>VISUALIZATIONS</a:t>
            </a:r>
            <a:endParaRPr b="1" sz="5400">
              <a:solidFill>
                <a:schemeClr val="accent1"/>
              </a:solidFill>
              <a:highlight>
                <a:schemeClr val="dk1"/>
              </a:highlight>
              <a:latin typeface="Algerian"/>
              <a:ea typeface="Algerian"/>
              <a:cs typeface="Algerian"/>
              <a:sym typeface="Algerian"/>
            </a:endParaRPr>
          </a:p>
        </p:txBody>
      </p:sp>
      <p:pic>
        <p:nvPicPr>
          <p:cNvPr id="757" name="Google Shape;757;p64"/>
          <p:cNvPicPr preferRelativeResize="0"/>
          <p:nvPr/>
        </p:nvPicPr>
        <p:blipFill rotWithShape="1">
          <a:blip r:embed="rId3">
            <a:alphaModFix/>
          </a:blip>
          <a:srcRect b="-108203" l="-231250" r="-231250" t="-108202"/>
          <a:stretch/>
        </p:blipFill>
        <p:spPr>
          <a:xfrm>
            <a:off x="6858000" y="3857625"/>
            <a:ext cx="2286000" cy="128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57"/>
                                        </p:tgtEl>
                                        <p:attrNameLst>
                                          <p:attrName>style.visibility</p:attrName>
                                        </p:attrNameLst>
                                      </p:cBhvr>
                                      <p:to>
                                        <p:strVal val="visible"/>
                                      </p:to>
                                    </p:set>
                                    <p:animEffect filter="fade" transition="in">
                                      <p:cBhvr>
                                        <p:cTn dur="1"/>
                                        <p:tgtEl>
                                          <p:spTgt spid="7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65"/>
          <p:cNvSpPr txBox="1"/>
          <p:nvPr>
            <p:ph type="title"/>
          </p:nvPr>
        </p:nvSpPr>
        <p:spPr>
          <a:xfrm>
            <a:off x="51425" y="478600"/>
            <a:ext cx="8889900" cy="5286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rgbClr val="0D0D0D"/>
              </a:buClr>
              <a:buSzPts val="1800"/>
              <a:buFont typeface="Arial"/>
              <a:buNone/>
            </a:pPr>
            <a:r>
              <a:rPr lang="en" sz="2000">
                <a:solidFill>
                  <a:schemeClr val="accent1"/>
                </a:solidFill>
                <a:highlight>
                  <a:schemeClr val="dk1"/>
                </a:highlight>
              </a:rPr>
              <a:t>Q1: WHICH AIRLINE HAS THE MOST TOTAL TRAVEL TIME?</a:t>
            </a:r>
            <a:endParaRPr sz="2000">
              <a:solidFill>
                <a:schemeClr val="accent1"/>
              </a:solidFill>
              <a:highlight>
                <a:schemeClr val="dk1"/>
              </a:highlight>
            </a:endParaRPr>
          </a:p>
        </p:txBody>
      </p:sp>
      <p:sp>
        <p:nvSpPr>
          <p:cNvPr id="763" name="Google Shape;763;p65"/>
          <p:cNvSpPr txBox="1"/>
          <p:nvPr>
            <p:ph idx="1" type="body"/>
          </p:nvPr>
        </p:nvSpPr>
        <p:spPr>
          <a:xfrm>
            <a:off x="5374025" y="742900"/>
            <a:ext cx="3567300" cy="42366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200"/>
              <a:buNone/>
            </a:pPr>
            <a:r>
              <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rPr lang="en" sz="1400">
                <a:solidFill>
                  <a:srgbClr val="000000"/>
                </a:solidFill>
                <a:latin typeface="Arial"/>
                <a:ea typeface="Arial"/>
                <a:cs typeface="Arial"/>
                <a:sym typeface="Arial"/>
              </a:rPr>
              <a:t>“Multiple" airlines have the highest total travel time, followed by Qatar Airways, reflecting extensive long-haul operations.</a:t>
            </a:r>
            <a:endParaRPr sz="14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rPr b="1" lang="en" sz="1400">
                <a:solidFill>
                  <a:srgbClr val="000000"/>
                </a:solidFill>
                <a:latin typeface="Arial"/>
                <a:ea typeface="Arial"/>
                <a:cs typeface="Arial"/>
                <a:sym typeface="Arial"/>
              </a:rPr>
              <a:t>Insight:</a:t>
            </a:r>
            <a:r>
              <a:rPr lang="en" sz="1400">
                <a:solidFill>
                  <a:srgbClr val="000000"/>
                </a:solidFill>
                <a:latin typeface="Arial"/>
                <a:ea typeface="Arial"/>
                <a:cs typeface="Arial"/>
                <a:sym typeface="Arial"/>
              </a:rPr>
              <a:t> High cumulative travel time indicates broad route networks, possibly driven by codeshare agreements or alliance partnerships.</a:t>
            </a:r>
            <a:endParaRPr sz="17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t/>
            </a:r>
            <a:endParaRPr sz="1691">
              <a:solidFill>
                <a:srgbClr val="000000"/>
              </a:solidFill>
              <a:latin typeface="Arial"/>
              <a:ea typeface="Arial"/>
              <a:cs typeface="Arial"/>
              <a:sym typeface="Arial"/>
            </a:endParaRPr>
          </a:p>
          <a:p>
            <a:pPr indent="0" lvl="0" marL="0" rtl="0" algn="l">
              <a:lnSpc>
                <a:spcPct val="100000"/>
              </a:lnSpc>
              <a:spcBef>
                <a:spcPts val="1200"/>
              </a:spcBef>
              <a:spcAft>
                <a:spcPts val="1200"/>
              </a:spcAft>
              <a:buSzPts val="1200"/>
              <a:buNone/>
            </a:pPr>
            <a:r>
              <a:t/>
            </a:r>
            <a:endParaRPr b="1" sz="1400">
              <a:solidFill>
                <a:schemeClr val="accent1"/>
              </a:solidFill>
            </a:endParaRPr>
          </a:p>
        </p:txBody>
      </p:sp>
      <p:pic>
        <p:nvPicPr>
          <p:cNvPr id="764" name="Google Shape;764;p65"/>
          <p:cNvPicPr preferRelativeResize="0"/>
          <p:nvPr/>
        </p:nvPicPr>
        <p:blipFill rotWithShape="1">
          <a:blip r:embed="rId3">
            <a:alphaModFix/>
          </a:blip>
          <a:srcRect b="0" l="0" r="0" t="0"/>
          <a:stretch/>
        </p:blipFill>
        <p:spPr>
          <a:xfrm>
            <a:off x="263235" y="907473"/>
            <a:ext cx="5110789" cy="4021728"/>
          </a:xfrm>
          <a:prstGeom prst="rect">
            <a:avLst/>
          </a:prstGeom>
          <a:noFill/>
          <a:ln>
            <a:noFill/>
          </a:ln>
        </p:spPr>
      </p:pic>
      <p:pic>
        <p:nvPicPr>
          <p:cNvPr id="765" name="Google Shape;765;p65"/>
          <p:cNvPicPr preferRelativeResize="0"/>
          <p:nvPr/>
        </p:nvPicPr>
        <p:blipFill rotWithShape="1">
          <a:blip r:embed="rId4">
            <a:alphaModFix/>
          </a:blip>
          <a:srcRect b="-108203" l="-231250" r="-231250" t="-108202"/>
          <a:stretch/>
        </p:blipFill>
        <p:spPr>
          <a:xfrm>
            <a:off x="6858000" y="3857625"/>
            <a:ext cx="2286000" cy="128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65"/>
                                        </p:tgtEl>
                                        <p:attrNameLst>
                                          <p:attrName>style.visibility</p:attrName>
                                        </p:attrNameLst>
                                      </p:cBhvr>
                                      <p:to>
                                        <p:strVal val="visible"/>
                                      </p:to>
                                    </p:set>
                                    <p:animEffect filter="fade" transition="in">
                                      <p:cBhvr>
                                        <p:cTn dur="1"/>
                                        <p:tgtEl>
                                          <p:spTgt spid="7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ph type="title"/>
          </p:nvPr>
        </p:nvSpPr>
        <p:spPr>
          <a:xfrm>
            <a:off x="1214950" y="421267"/>
            <a:ext cx="7038900" cy="577800"/>
          </a:xfrm>
          <a:prstGeom prst="rect">
            <a:avLst/>
          </a:prstGeom>
          <a:noFill/>
          <a:ln>
            <a:noFill/>
          </a:ln>
        </p:spPr>
        <p:txBody>
          <a:bodyPr anchorCtr="0" anchor="t" bIns="91425" lIns="91425" spcFirstLastPara="1" rIns="91425" wrap="square" tIns="91425">
            <a:normAutofit/>
          </a:bodyPr>
          <a:lstStyle/>
          <a:p>
            <a:pPr indent="0" lvl="0" marL="0" rtl="0" algn="just">
              <a:lnSpc>
                <a:spcPct val="107000"/>
              </a:lnSpc>
              <a:spcBef>
                <a:spcPts val="0"/>
              </a:spcBef>
              <a:spcAft>
                <a:spcPts val="0"/>
              </a:spcAft>
              <a:buClr>
                <a:srgbClr val="36393B"/>
              </a:buClr>
              <a:buSzPts val="1800"/>
              <a:buFont typeface="Arial"/>
              <a:buNone/>
            </a:pPr>
            <a:r>
              <a:rPr lang="en" sz="2000">
                <a:solidFill>
                  <a:schemeClr val="accent1"/>
                </a:solidFill>
                <a:highlight>
                  <a:schemeClr val="dk1"/>
                </a:highlight>
              </a:rPr>
              <a:t>Q2: WHICH AIRLINE HAS THE MOST STOPPAGES?</a:t>
            </a:r>
            <a:endParaRPr sz="2000">
              <a:solidFill>
                <a:schemeClr val="accent1"/>
              </a:solidFill>
              <a:highlight>
                <a:schemeClr val="dk1"/>
              </a:highlight>
            </a:endParaRPr>
          </a:p>
        </p:txBody>
      </p:sp>
      <p:sp>
        <p:nvSpPr>
          <p:cNvPr id="771" name="Google Shape;771;p66"/>
          <p:cNvSpPr txBox="1"/>
          <p:nvPr>
            <p:ph idx="1" type="body"/>
          </p:nvPr>
        </p:nvSpPr>
        <p:spPr>
          <a:xfrm>
            <a:off x="5602400" y="868600"/>
            <a:ext cx="3338100" cy="3876900"/>
          </a:xfrm>
          <a:prstGeom prst="rect">
            <a:avLst/>
          </a:prstGeom>
          <a:noFill/>
          <a:ln>
            <a:noFill/>
          </a:ln>
        </p:spPr>
        <p:txBody>
          <a:bodyPr anchorCtr="0" anchor="ctr" bIns="91425" lIns="91425" spcFirstLastPara="1" rIns="91425" wrap="square" tIns="91425">
            <a:normAutofit/>
          </a:bodyPr>
          <a:lstStyle/>
          <a:p>
            <a:pPr indent="0" lvl="0" marL="0" rtl="0" algn="just">
              <a:lnSpc>
                <a:spcPct val="115000"/>
              </a:lnSpc>
              <a:spcBef>
                <a:spcPts val="1200"/>
              </a:spcBef>
              <a:spcAft>
                <a:spcPts val="0"/>
              </a:spcAft>
              <a:buSzPts val="1200"/>
              <a:buNone/>
            </a:pPr>
            <a:r>
              <a:rPr lang="en" sz="1500">
                <a:solidFill>
                  <a:srgbClr val="000000"/>
                </a:solidFill>
                <a:latin typeface="Arial"/>
                <a:ea typeface="Arial"/>
                <a:cs typeface="Arial"/>
                <a:sym typeface="Arial"/>
              </a:rPr>
              <a:t>The "Multiple" category leads in stoppages, with Qatar Airways also showing a high number due to its global hub strategy.</a:t>
            </a:r>
            <a:br>
              <a:rPr lang="en" sz="1500">
                <a:solidFill>
                  <a:srgbClr val="000000"/>
                </a:solidFill>
                <a:latin typeface="Arial"/>
                <a:ea typeface="Arial"/>
                <a:cs typeface="Arial"/>
                <a:sym typeface="Arial"/>
              </a:rPr>
            </a:b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rPr b="1" lang="en" sz="1500">
                <a:solidFill>
                  <a:srgbClr val="000000"/>
                </a:solidFill>
                <a:latin typeface="Arial"/>
                <a:ea typeface="Arial"/>
                <a:cs typeface="Arial"/>
                <a:sym typeface="Arial"/>
              </a:rPr>
              <a:t>Insight:</a:t>
            </a:r>
            <a:r>
              <a:rPr lang="en" sz="1500">
                <a:solidFill>
                  <a:srgbClr val="000000"/>
                </a:solidFill>
                <a:latin typeface="Arial"/>
                <a:ea typeface="Arial"/>
                <a:cs typeface="Arial"/>
                <a:sym typeface="Arial"/>
              </a:rPr>
              <a:t> A higher number of stops may reflect a hub-and-spoke model, offering wider connectivity but potentially longer journeys for passengers.</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200"/>
              <a:buNone/>
            </a:pPr>
            <a:r>
              <a:t/>
            </a:r>
            <a:endParaRPr sz="1600">
              <a:solidFill>
                <a:srgbClr val="000000"/>
              </a:solidFill>
              <a:latin typeface="Arial"/>
              <a:ea typeface="Arial"/>
              <a:cs typeface="Arial"/>
              <a:sym typeface="Arial"/>
            </a:endParaRPr>
          </a:p>
        </p:txBody>
      </p:sp>
      <p:pic>
        <p:nvPicPr>
          <p:cNvPr id="772" name="Google Shape;772;p66"/>
          <p:cNvPicPr preferRelativeResize="0"/>
          <p:nvPr/>
        </p:nvPicPr>
        <p:blipFill rotWithShape="1">
          <a:blip r:embed="rId3">
            <a:alphaModFix/>
          </a:blip>
          <a:srcRect b="0" l="0" r="0" t="0"/>
          <a:stretch/>
        </p:blipFill>
        <p:spPr>
          <a:xfrm>
            <a:off x="100050" y="928255"/>
            <a:ext cx="5545850" cy="4021270"/>
          </a:xfrm>
          <a:prstGeom prst="rect">
            <a:avLst/>
          </a:prstGeom>
          <a:noFill/>
          <a:ln>
            <a:noFill/>
          </a:ln>
        </p:spPr>
      </p:pic>
      <p:pic>
        <p:nvPicPr>
          <p:cNvPr id="773" name="Google Shape;773;p66"/>
          <p:cNvPicPr preferRelativeResize="0"/>
          <p:nvPr/>
        </p:nvPicPr>
        <p:blipFill rotWithShape="1">
          <a:blip r:embed="rId4">
            <a:alphaModFix/>
          </a:blip>
          <a:srcRect b="-108203" l="-231250" r="-231250" t="-108202"/>
          <a:stretch/>
        </p:blipFill>
        <p:spPr>
          <a:xfrm>
            <a:off x="6858000" y="3857625"/>
            <a:ext cx="2286000" cy="128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1"/>
                                        <p:tgtEl>
                                          <p:spTgt spid="7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67"/>
          <p:cNvSpPr txBox="1"/>
          <p:nvPr>
            <p:ph type="title"/>
          </p:nvPr>
        </p:nvSpPr>
        <p:spPr>
          <a:xfrm>
            <a:off x="882371" y="434871"/>
            <a:ext cx="7578550" cy="557796"/>
          </a:xfrm>
          <a:prstGeom prst="rect">
            <a:avLst/>
          </a:prstGeom>
          <a:noFill/>
          <a:ln>
            <a:noFill/>
          </a:ln>
        </p:spPr>
        <p:txBody>
          <a:bodyPr anchorCtr="0" anchor="t" bIns="91425" lIns="91425" spcFirstLastPara="1" rIns="91425" wrap="square" tIns="91425">
            <a:normAutofit fontScale="90000"/>
          </a:bodyPr>
          <a:lstStyle/>
          <a:p>
            <a:pPr indent="0" lvl="0" marL="0" rtl="0" algn="just">
              <a:lnSpc>
                <a:spcPct val="107000"/>
              </a:lnSpc>
              <a:spcBef>
                <a:spcPts val="0"/>
              </a:spcBef>
              <a:spcAft>
                <a:spcPts val="0"/>
              </a:spcAft>
              <a:buClr>
                <a:srgbClr val="36393B"/>
              </a:buClr>
              <a:buSzPct val="100000"/>
              <a:buFont typeface="Arial"/>
              <a:buNone/>
            </a:pPr>
            <a:r>
              <a:rPr lang="en" sz="2000">
                <a:solidFill>
                  <a:schemeClr val="accent1"/>
                </a:solidFill>
                <a:highlight>
                  <a:schemeClr val="dk1"/>
                </a:highlight>
              </a:rPr>
              <a:t>Q3: WHICH AIRLINE HAS THE HIGHEST AVERAGE TICKET COST?</a:t>
            </a:r>
            <a:endParaRPr sz="2000">
              <a:solidFill>
                <a:schemeClr val="accent1"/>
              </a:solidFill>
              <a:highlight>
                <a:schemeClr val="dk1"/>
              </a:highlight>
            </a:endParaRPr>
          </a:p>
        </p:txBody>
      </p:sp>
      <p:sp>
        <p:nvSpPr>
          <p:cNvPr id="779" name="Google Shape;779;p67"/>
          <p:cNvSpPr txBox="1"/>
          <p:nvPr>
            <p:ph idx="1" type="body"/>
          </p:nvPr>
        </p:nvSpPr>
        <p:spPr>
          <a:xfrm>
            <a:off x="5384900" y="815250"/>
            <a:ext cx="3554100" cy="3789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200"/>
              <a:buNone/>
            </a:pPr>
            <a:r>
              <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rPr lang="en" sz="1600">
                <a:solidFill>
                  <a:srgbClr val="000000"/>
                </a:solidFill>
                <a:latin typeface="Arial"/>
                <a:ea typeface="Arial"/>
                <a:cs typeface="Arial"/>
                <a:sym typeface="Arial"/>
              </a:rPr>
              <a:t>Philippine Airlines records the highest average ticket cost across all airlines in the dataset.</a:t>
            </a:r>
            <a:endParaRPr sz="16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rPr b="1" lang="en" sz="1600">
                <a:solidFill>
                  <a:srgbClr val="000000"/>
                </a:solidFill>
                <a:latin typeface="Arial"/>
                <a:ea typeface="Arial"/>
                <a:cs typeface="Arial"/>
                <a:sym typeface="Arial"/>
              </a:rPr>
              <a:t>Insight:</a:t>
            </a:r>
            <a:r>
              <a:rPr lang="en" sz="1600">
                <a:solidFill>
                  <a:srgbClr val="000000"/>
                </a:solidFill>
                <a:latin typeface="Arial"/>
                <a:ea typeface="Arial"/>
                <a:cs typeface="Arial"/>
                <a:sym typeface="Arial"/>
              </a:rPr>
              <a:t> This may be driven by exclusive long-haul routes, premium service positioning, or limited competition on select corridors.</a:t>
            </a:r>
            <a:endParaRPr sz="1600">
              <a:solidFill>
                <a:srgbClr val="000000"/>
              </a:solidFill>
              <a:latin typeface="Arial"/>
              <a:ea typeface="Arial"/>
              <a:cs typeface="Arial"/>
              <a:sym typeface="Arial"/>
            </a:endParaRPr>
          </a:p>
          <a:p>
            <a:pPr indent="0" lvl="0" marL="0" rtl="0" algn="just">
              <a:lnSpc>
                <a:spcPct val="90000"/>
              </a:lnSpc>
              <a:spcBef>
                <a:spcPts val="1200"/>
              </a:spcBef>
              <a:spcAft>
                <a:spcPts val="1200"/>
              </a:spcAft>
              <a:buSzPts val="1412"/>
              <a:buNone/>
            </a:pPr>
            <a:r>
              <a:t/>
            </a:r>
            <a:endParaRPr sz="1500">
              <a:solidFill>
                <a:srgbClr val="000000"/>
              </a:solidFill>
              <a:latin typeface="Arial"/>
              <a:ea typeface="Arial"/>
              <a:cs typeface="Arial"/>
              <a:sym typeface="Arial"/>
            </a:endParaRPr>
          </a:p>
        </p:txBody>
      </p:sp>
      <p:pic>
        <p:nvPicPr>
          <p:cNvPr id="780" name="Google Shape;780;p67"/>
          <p:cNvPicPr preferRelativeResize="0"/>
          <p:nvPr/>
        </p:nvPicPr>
        <p:blipFill rotWithShape="1">
          <a:blip r:embed="rId3">
            <a:alphaModFix/>
          </a:blip>
          <a:srcRect b="0" l="0" r="16638" t="0"/>
          <a:stretch/>
        </p:blipFill>
        <p:spPr>
          <a:xfrm>
            <a:off x="270164" y="869850"/>
            <a:ext cx="5114736" cy="4048514"/>
          </a:xfrm>
          <a:prstGeom prst="rect">
            <a:avLst/>
          </a:prstGeom>
          <a:noFill/>
          <a:ln>
            <a:noFill/>
          </a:ln>
        </p:spPr>
      </p:pic>
      <p:pic>
        <p:nvPicPr>
          <p:cNvPr id="781" name="Google Shape;781;p67"/>
          <p:cNvPicPr preferRelativeResize="0"/>
          <p:nvPr/>
        </p:nvPicPr>
        <p:blipFill rotWithShape="1">
          <a:blip r:embed="rId4">
            <a:alphaModFix/>
          </a:blip>
          <a:srcRect b="-108203" l="-231250" r="-231250" t="-108202"/>
          <a:stretch/>
        </p:blipFill>
        <p:spPr>
          <a:xfrm>
            <a:off x="6858000" y="3857625"/>
            <a:ext cx="2286000" cy="128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81"/>
                                        </p:tgtEl>
                                        <p:attrNameLst>
                                          <p:attrName>style.visibility</p:attrName>
                                        </p:attrNameLst>
                                      </p:cBhvr>
                                      <p:to>
                                        <p:strVal val="visible"/>
                                      </p:to>
                                    </p:set>
                                    <p:animEffect filter="fade" transition="in">
                                      <p:cBhvr>
                                        <p:cTn dur="1"/>
                                        <p:tgtEl>
                                          <p:spTgt spid="7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68"/>
          <p:cNvSpPr txBox="1"/>
          <p:nvPr>
            <p:ph type="title"/>
          </p:nvPr>
        </p:nvSpPr>
        <p:spPr>
          <a:xfrm>
            <a:off x="216300" y="446673"/>
            <a:ext cx="8711400" cy="5370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rgbClr val="36393B"/>
              </a:buClr>
              <a:buSzPts val="1800"/>
              <a:buFont typeface="Arial"/>
              <a:buNone/>
            </a:pPr>
            <a:r>
              <a:rPr lang="en" sz="1800">
                <a:solidFill>
                  <a:schemeClr val="accent1"/>
                </a:solidFill>
                <a:highlight>
                  <a:schemeClr val="dk1"/>
                </a:highlight>
              </a:rPr>
              <a:t>Q4: HOW DOES THE NUMBER OF STOPPAGES AFFECT TICKET COST?</a:t>
            </a:r>
            <a:endParaRPr sz="1800">
              <a:solidFill>
                <a:schemeClr val="accent1"/>
              </a:solidFill>
              <a:highlight>
                <a:schemeClr val="dk1"/>
              </a:highlight>
            </a:endParaRPr>
          </a:p>
        </p:txBody>
      </p:sp>
      <p:sp>
        <p:nvSpPr>
          <p:cNvPr id="787" name="Google Shape;787;p68"/>
          <p:cNvSpPr txBox="1"/>
          <p:nvPr>
            <p:ph idx="1" type="body"/>
          </p:nvPr>
        </p:nvSpPr>
        <p:spPr>
          <a:xfrm>
            <a:off x="5145675" y="787300"/>
            <a:ext cx="3998400" cy="41649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200"/>
              <a:buNone/>
            </a:pPr>
            <a:r>
              <a:rPr lang="en" sz="1500">
                <a:solidFill>
                  <a:srgbClr val="000000"/>
                </a:solidFill>
                <a:latin typeface="Arial"/>
                <a:ea typeface="Arial"/>
                <a:cs typeface="Arial"/>
                <a:sym typeface="Arial"/>
              </a:rPr>
              <a:t>Flights with one stop have the highest total ticket cost, followed by two-stop and three-stop flights. Surprisingly, nonstop flights are the cheapest, likely due to fewer available options or data concentration.</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200"/>
              <a:buNone/>
            </a:pPr>
            <a:br>
              <a:rPr lang="en" sz="1500">
                <a:solidFill>
                  <a:srgbClr val="000000"/>
                </a:solidFill>
                <a:latin typeface="Arial"/>
                <a:ea typeface="Arial"/>
                <a:cs typeface="Arial"/>
                <a:sym typeface="Arial"/>
              </a:rPr>
            </a:br>
            <a:r>
              <a:rPr b="1" lang="en" sz="1500">
                <a:solidFill>
                  <a:srgbClr val="000000"/>
                </a:solidFill>
                <a:latin typeface="Arial"/>
                <a:ea typeface="Arial"/>
                <a:cs typeface="Arial"/>
                <a:sym typeface="Arial"/>
              </a:rPr>
              <a:t>Insight:</a:t>
            </a:r>
            <a:r>
              <a:rPr lang="en" sz="1500">
                <a:solidFill>
                  <a:srgbClr val="000000"/>
                </a:solidFill>
                <a:latin typeface="Arial"/>
                <a:ea typeface="Arial"/>
                <a:cs typeface="Arial"/>
                <a:sym typeface="Arial"/>
              </a:rPr>
              <a:t> While passengers may assume nonstop is pricier, data shows that operational factors like layovers and fuel costs on multi-stop flights drive prices up. Airlines can analyze whether adding direct routes might attract price-sensitive travelers.</a:t>
            </a:r>
            <a:endParaRPr/>
          </a:p>
        </p:txBody>
      </p:sp>
      <p:pic>
        <p:nvPicPr>
          <p:cNvPr id="788" name="Google Shape;788;p68"/>
          <p:cNvPicPr preferRelativeResize="0"/>
          <p:nvPr/>
        </p:nvPicPr>
        <p:blipFill rotWithShape="1">
          <a:blip r:embed="rId3">
            <a:alphaModFix/>
          </a:blip>
          <a:srcRect b="0" l="0" r="10152" t="10152"/>
          <a:stretch/>
        </p:blipFill>
        <p:spPr>
          <a:xfrm>
            <a:off x="270164" y="872837"/>
            <a:ext cx="4875512" cy="4010388"/>
          </a:xfrm>
          <a:prstGeom prst="rect">
            <a:avLst/>
          </a:prstGeom>
          <a:noFill/>
          <a:ln>
            <a:noFill/>
          </a:ln>
        </p:spPr>
      </p:pic>
      <p:pic>
        <p:nvPicPr>
          <p:cNvPr id="789" name="Google Shape;789;p68"/>
          <p:cNvPicPr preferRelativeResize="0"/>
          <p:nvPr/>
        </p:nvPicPr>
        <p:blipFill rotWithShape="1">
          <a:blip r:embed="rId4">
            <a:alphaModFix/>
          </a:blip>
          <a:srcRect b="-108203" l="-231250" r="-231250" t="-108202"/>
          <a:stretch/>
        </p:blipFill>
        <p:spPr>
          <a:xfrm>
            <a:off x="6858000" y="3857625"/>
            <a:ext cx="2286000" cy="128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89"/>
                                        </p:tgtEl>
                                        <p:attrNameLst>
                                          <p:attrName>style.visibility</p:attrName>
                                        </p:attrNameLst>
                                      </p:cBhvr>
                                      <p:to>
                                        <p:strVal val="visible"/>
                                      </p:to>
                                    </p:set>
                                    <p:animEffect filter="fade" transition="in">
                                      <p:cBhvr>
                                        <p:cTn dur="1"/>
                                        <p:tgtEl>
                                          <p:spTgt spid="7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69"/>
          <p:cNvSpPr txBox="1"/>
          <p:nvPr>
            <p:ph type="title"/>
          </p:nvPr>
        </p:nvSpPr>
        <p:spPr>
          <a:xfrm>
            <a:off x="183700" y="453450"/>
            <a:ext cx="8776500" cy="5289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rgbClr val="36393B"/>
              </a:buClr>
              <a:buSzPts val="1800"/>
              <a:buNone/>
            </a:pPr>
            <a:r>
              <a:rPr lang="en" sz="1800">
                <a:solidFill>
                  <a:schemeClr val="accent1"/>
                </a:solidFill>
                <a:highlight>
                  <a:schemeClr val="dk1"/>
                </a:highlight>
              </a:rPr>
              <a:t>Q5: WHICH AIRPORT HAS THE HIGHEST NUMBER OF FLIGHT DEPARTURES?</a:t>
            </a:r>
            <a:endParaRPr sz="1800">
              <a:solidFill>
                <a:schemeClr val="accent1"/>
              </a:solidFill>
              <a:highlight>
                <a:schemeClr val="dk1"/>
              </a:highlight>
            </a:endParaRPr>
          </a:p>
        </p:txBody>
      </p:sp>
      <p:sp>
        <p:nvSpPr>
          <p:cNvPr id="795" name="Google Shape;795;p69"/>
          <p:cNvSpPr txBox="1"/>
          <p:nvPr>
            <p:ph idx="1" type="body"/>
          </p:nvPr>
        </p:nvSpPr>
        <p:spPr>
          <a:xfrm>
            <a:off x="5288200" y="1040700"/>
            <a:ext cx="3672000" cy="31788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200"/>
              <a:buNone/>
            </a:pPr>
            <a:r>
              <a:rPr lang="en" sz="1500">
                <a:solidFill>
                  <a:srgbClr val="000000"/>
                </a:solidFill>
                <a:latin typeface="Arial"/>
                <a:ea typeface="Arial"/>
                <a:cs typeface="Arial"/>
                <a:sym typeface="Arial"/>
              </a:rPr>
              <a:t>JFK Airport leads with the highest flight departures, followed by DAC and EWR.</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200"/>
              <a:buNone/>
            </a:pPr>
            <a:r>
              <a:rPr b="1" lang="en" sz="1500">
                <a:solidFill>
                  <a:srgbClr val="000000"/>
                </a:solidFill>
                <a:latin typeface="Arial"/>
                <a:ea typeface="Arial"/>
                <a:cs typeface="Arial"/>
                <a:sym typeface="Arial"/>
              </a:rPr>
              <a:t>Insight:</a:t>
            </a:r>
            <a:r>
              <a:rPr lang="en" sz="1500">
                <a:solidFill>
                  <a:srgbClr val="000000"/>
                </a:solidFill>
                <a:latin typeface="Arial"/>
                <a:ea typeface="Arial"/>
                <a:cs typeface="Arial"/>
                <a:sym typeface="Arial"/>
              </a:rPr>
              <a:t> JFK’s dominance aligns with its status as a major global hub. High flight frequency implies the need for efficient scheduling, optimized gate allocation, and well-planned infrastructure to reduce congestion.</a:t>
            </a:r>
            <a:endParaRPr/>
          </a:p>
        </p:txBody>
      </p:sp>
      <p:pic>
        <p:nvPicPr>
          <p:cNvPr id="796" name="Google Shape;796;p69"/>
          <p:cNvPicPr preferRelativeResize="0"/>
          <p:nvPr/>
        </p:nvPicPr>
        <p:blipFill rotWithShape="1">
          <a:blip r:embed="rId3">
            <a:alphaModFix/>
          </a:blip>
          <a:srcRect b="0" l="0" r="0" t="0"/>
          <a:stretch/>
        </p:blipFill>
        <p:spPr>
          <a:xfrm>
            <a:off x="256309" y="852055"/>
            <a:ext cx="5086266" cy="4080163"/>
          </a:xfrm>
          <a:prstGeom prst="rect">
            <a:avLst/>
          </a:prstGeom>
          <a:noFill/>
          <a:ln>
            <a:noFill/>
          </a:ln>
        </p:spPr>
      </p:pic>
      <p:pic>
        <p:nvPicPr>
          <p:cNvPr id="797" name="Google Shape;797;p69"/>
          <p:cNvPicPr preferRelativeResize="0"/>
          <p:nvPr/>
        </p:nvPicPr>
        <p:blipFill rotWithShape="1">
          <a:blip r:embed="rId4">
            <a:alphaModFix/>
          </a:blip>
          <a:srcRect b="-108203" l="-231250" r="-231250" t="-108202"/>
          <a:stretch/>
        </p:blipFill>
        <p:spPr>
          <a:xfrm>
            <a:off x="6858000" y="3857625"/>
            <a:ext cx="2286000" cy="128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1"/>
                                        <p:tgtEl>
                                          <p:spTgt spid="7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70"/>
          <p:cNvSpPr txBox="1"/>
          <p:nvPr>
            <p:ph type="title"/>
          </p:nvPr>
        </p:nvSpPr>
        <p:spPr>
          <a:xfrm>
            <a:off x="720000" y="426350"/>
            <a:ext cx="7704000" cy="48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90000"/>
              </a:lnSpc>
              <a:spcBef>
                <a:spcPts val="0"/>
              </a:spcBef>
              <a:spcAft>
                <a:spcPts val="0"/>
              </a:spcAft>
              <a:buClr>
                <a:srgbClr val="36393B"/>
              </a:buClr>
              <a:buSzPct val="111111"/>
              <a:buNone/>
            </a:pPr>
            <a:r>
              <a:rPr lang="en" sz="1800">
                <a:solidFill>
                  <a:schemeClr val="accent1"/>
                </a:solidFill>
                <a:highlight>
                  <a:schemeClr val="dk1"/>
                </a:highlight>
              </a:rPr>
              <a:t>Q6: WHAT IS THE MOST COMMON PRICE RANGE FOR FLIGHT TICKETS?</a:t>
            </a:r>
            <a:endParaRPr sz="1800">
              <a:solidFill>
                <a:schemeClr val="accent1"/>
              </a:solidFill>
              <a:highlight>
                <a:schemeClr val="dk1"/>
              </a:highlight>
            </a:endParaRPr>
          </a:p>
          <a:p>
            <a:pPr indent="0" lvl="0" marL="0" rtl="0" algn="ctr">
              <a:lnSpc>
                <a:spcPct val="90000"/>
              </a:lnSpc>
              <a:spcBef>
                <a:spcPts val="0"/>
              </a:spcBef>
              <a:spcAft>
                <a:spcPts val="0"/>
              </a:spcAft>
              <a:buClr>
                <a:srgbClr val="36393B"/>
              </a:buClr>
              <a:buSzPct val="111111"/>
              <a:buNone/>
            </a:pPr>
            <a:r>
              <a:t/>
            </a:r>
            <a:endParaRPr sz="1800">
              <a:solidFill>
                <a:schemeClr val="accent1"/>
              </a:solidFill>
              <a:highlight>
                <a:schemeClr val="dk1"/>
              </a:highlight>
            </a:endParaRPr>
          </a:p>
        </p:txBody>
      </p:sp>
      <p:sp>
        <p:nvSpPr>
          <p:cNvPr id="803" name="Google Shape;803;p70"/>
          <p:cNvSpPr txBox="1"/>
          <p:nvPr>
            <p:ph idx="1" type="body"/>
          </p:nvPr>
        </p:nvSpPr>
        <p:spPr>
          <a:xfrm>
            <a:off x="6059100" y="776425"/>
            <a:ext cx="2903400" cy="42192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200"/>
              <a:buNone/>
            </a:pPr>
            <a:r>
              <a:rPr lang="en" sz="1500">
                <a:solidFill>
                  <a:srgbClr val="000000"/>
                </a:solidFill>
                <a:latin typeface="Arial"/>
                <a:ea typeface="Arial"/>
                <a:cs typeface="Arial"/>
                <a:sym typeface="Arial"/>
              </a:rPr>
              <a:t>The $500 price point is the most frequent, with 743 tickets sold in this range.</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rPr b="1" lang="en" sz="1500">
                <a:solidFill>
                  <a:srgbClr val="000000"/>
                </a:solidFill>
                <a:latin typeface="Arial"/>
                <a:ea typeface="Arial"/>
                <a:cs typeface="Arial"/>
                <a:sym typeface="Arial"/>
              </a:rPr>
              <a:t>Insight:</a:t>
            </a:r>
            <a:r>
              <a:rPr lang="en" sz="1500">
                <a:solidFill>
                  <a:srgbClr val="000000"/>
                </a:solidFill>
                <a:latin typeface="Arial"/>
                <a:ea typeface="Arial"/>
                <a:cs typeface="Arial"/>
                <a:sym typeface="Arial"/>
              </a:rPr>
              <a:t> This suggests a pricing sweet spot where both passengers and airlines find mutual value. Airlines might target this range to balance affordability and profitability.</a:t>
            </a:r>
            <a:endParaRPr sz="1500">
              <a:solidFill>
                <a:srgbClr val="000000"/>
              </a:solidFill>
              <a:latin typeface="Arial"/>
              <a:ea typeface="Arial"/>
              <a:cs typeface="Arial"/>
              <a:sym typeface="Arial"/>
            </a:endParaRPr>
          </a:p>
          <a:p>
            <a:pPr indent="0" lvl="0" marL="0" rtl="0" algn="l">
              <a:lnSpc>
                <a:spcPct val="100000"/>
              </a:lnSpc>
              <a:spcBef>
                <a:spcPts val="1200"/>
              </a:spcBef>
              <a:spcAft>
                <a:spcPts val="1200"/>
              </a:spcAft>
              <a:buSzPts val="1200"/>
              <a:buNone/>
            </a:pPr>
            <a:r>
              <a:t/>
            </a:r>
            <a:endParaRPr/>
          </a:p>
        </p:txBody>
      </p:sp>
      <p:pic>
        <p:nvPicPr>
          <p:cNvPr id="804" name="Google Shape;804;p70"/>
          <p:cNvPicPr preferRelativeResize="0"/>
          <p:nvPr/>
        </p:nvPicPr>
        <p:blipFill rotWithShape="1">
          <a:blip r:embed="rId3">
            <a:alphaModFix/>
          </a:blip>
          <a:srcRect b="0" l="0" r="0" t="0"/>
          <a:stretch/>
        </p:blipFill>
        <p:spPr>
          <a:xfrm>
            <a:off x="250100" y="776424"/>
            <a:ext cx="5754624" cy="41483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71"/>
          <p:cNvSpPr txBox="1"/>
          <p:nvPr>
            <p:ph type="title"/>
          </p:nvPr>
        </p:nvSpPr>
        <p:spPr>
          <a:xfrm>
            <a:off x="720000" y="381000"/>
            <a:ext cx="7704000" cy="48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7000"/>
              </a:lnSpc>
              <a:spcBef>
                <a:spcPts val="0"/>
              </a:spcBef>
              <a:spcAft>
                <a:spcPts val="0"/>
              </a:spcAft>
              <a:buClr>
                <a:srgbClr val="36393B"/>
              </a:buClr>
              <a:buSzPct val="100000"/>
              <a:buFont typeface="Arial"/>
              <a:buNone/>
            </a:pPr>
            <a:r>
              <a:rPr lang="en" sz="1800">
                <a:solidFill>
                  <a:schemeClr val="accent1"/>
                </a:solidFill>
                <a:highlight>
                  <a:schemeClr val="dk1"/>
                </a:highlight>
              </a:rPr>
              <a:t>Q7: HOW IS STOPPAGE TIME DISTRIBUTED ACROSS DIFFERENT FLIGHTS AND AIRLINES?</a:t>
            </a:r>
            <a:endParaRPr sz="1800">
              <a:solidFill>
                <a:schemeClr val="accent1"/>
              </a:solidFill>
              <a:highlight>
                <a:schemeClr val="dk1"/>
              </a:highlight>
            </a:endParaRPr>
          </a:p>
          <a:p>
            <a:pPr indent="0" lvl="0" marL="0" rtl="0" algn="l">
              <a:lnSpc>
                <a:spcPct val="100000"/>
              </a:lnSpc>
              <a:spcBef>
                <a:spcPts val="0"/>
              </a:spcBef>
              <a:spcAft>
                <a:spcPts val="0"/>
              </a:spcAft>
              <a:buSzPct val="111111"/>
              <a:buNone/>
            </a:pPr>
            <a:r>
              <a:t/>
            </a:r>
            <a:endParaRPr/>
          </a:p>
        </p:txBody>
      </p:sp>
      <p:sp>
        <p:nvSpPr>
          <p:cNvPr id="810" name="Google Shape;810;p71"/>
          <p:cNvSpPr txBox="1"/>
          <p:nvPr>
            <p:ph idx="1" type="body"/>
          </p:nvPr>
        </p:nvSpPr>
        <p:spPr>
          <a:xfrm>
            <a:off x="5624150" y="950400"/>
            <a:ext cx="3324600" cy="38121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200"/>
              <a:buNone/>
            </a:pPr>
            <a:r>
              <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rPr lang="en" sz="1500">
                <a:solidFill>
                  <a:srgbClr val="000000"/>
                </a:solidFill>
                <a:latin typeface="Arial"/>
                <a:ea typeface="Arial"/>
                <a:cs typeface="Arial"/>
                <a:sym typeface="Arial"/>
              </a:rPr>
              <a:t>The Tree Map shows that DAC (Dhaka) has the longest total stoppage time among all airports.</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200"/>
              <a:buNone/>
            </a:pPr>
            <a:br>
              <a:rPr lang="en" sz="1500">
                <a:solidFill>
                  <a:srgbClr val="000000"/>
                </a:solidFill>
                <a:latin typeface="Arial"/>
                <a:ea typeface="Arial"/>
                <a:cs typeface="Arial"/>
                <a:sym typeface="Arial"/>
              </a:rPr>
            </a:br>
            <a:r>
              <a:rPr b="1" lang="en" sz="1500">
                <a:solidFill>
                  <a:srgbClr val="000000"/>
                </a:solidFill>
                <a:latin typeface="Arial"/>
                <a:ea typeface="Arial"/>
                <a:cs typeface="Arial"/>
                <a:sym typeface="Arial"/>
              </a:rPr>
              <a:t>Insight:</a:t>
            </a:r>
            <a:r>
              <a:rPr lang="en" sz="1500">
                <a:solidFill>
                  <a:srgbClr val="000000"/>
                </a:solidFill>
                <a:latin typeface="Arial"/>
                <a:ea typeface="Arial"/>
                <a:cs typeface="Arial"/>
                <a:sym typeface="Arial"/>
              </a:rPr>
              <a:t> This highlights operational inefficiencies at specific hubs. Airlines can use this to reassess layover scheduling and work with airports to streamline processes.</a:t>
            </a:r>
            <a:endParaRPr/>
          </a:p>
        </p:txBody>
      </p:sp>
      <p:pic>
        <p:nvPicPr>
          <p:cNvPr id="811" name="Google Shape;811;p71"/>
          <p:cNvPicPr preferRelativeResize="0"/>
          <p:nvPr/>
        </p:nvPicPr>
        <p:blipFill rotWithShape="1">
          <a:blip r:embed="rId3">
            <a:alphaModFix/>
          </a:blip>
          <a:srcRect b="0" l="0" r="0" t="0"/>
          <a:stretch/>
        </p:blipFill>
        <p:spPr>
          <a:xfrm>
            <a:off x="249382" y="999650"/>
            <a:ext cx="5374769" cy="39331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72"/>
          <p:cNvSpPr txBox="1"/>
          <p:nvPr>
            <p:ph type="title"/>
          </p:nvPr>
        </p:nvSpPr>
        <p:spPr>
          <a:xfrm>
            <a:off x="720000" y="382027"/>
            <a:ext cx="7704000" cy="48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7000"/>
              </a:lnSpc>
              <a:spcBef>
                <a:spcPts val="0"/>
              </a:spcBef>
              <a:spcAft>
                <a:spcPts val="0"/>
              </a:spcAft>
              <a:buClr>
                <a:srgbClr val="36393B"/>
              </a:buClr>
              <a:buSzPct val="100000"/>
              <a:buFont typeface="Arial"/>
              <a:buNone/>
            </a:pPr>
            <a:r>
              <a:rPr lang="en" sz="1800">
                <a:solidFill>
                  <a:schemeClr val="accent1"/>
                </a:solidFill>
                <a:highlight>
                  <a:schemeClr val="dk1"/>
                </a:highlight>
              </a:rPr>
              <a:t>Q8: HOW IS THE MARKET SHARE DISTRIBUTED AMONG TOP AIRLINES?</a:t>
            </a:r>
            <a:endParaRPr sz="1800">
              <a:solidFill>
                <a:schemeClr val="accent1"/>
              </a:solidFill>
              <a:highlight>
                <a:schemeClr val="dk1"/>
              </a:highlight>
            </a:endParaRPr>
          </a:p>
          <a:p>
            <a:pPr indent="0" lvl="0" marL="0" rtl="0" algn="l">
              <a:lnSpc>
                <a:spcPct val="100000"/>
              </a:lnSpc>
              <a:spcBef>
                <a:spcPts val="0"/>
              </a:spcBef>
              <a:spcAft>
                <a:spcPts val="0"/>
              </a:spcAft>
              <a:buSzPct val="111111"/>
              <a:buNone/>
            </a:pPr>
            <a:r>
              <a:t/>
            </a:r>
            <a:endParaRPr/>
          </a:p>
        </p:txBody>
      </p:sp>
      <p:sp>
        <p:nvSpPr>
          <p:cNvPr id="817" name="Google Shape;817;p72"/>
          <p:cNvSpPr txBox="1"/>
          <p:nvPr>
            <p:ph idx="1" type="body"/>
          </p:nvPr>
        </p:nvSpPr>
        <p:spPr>
          <a:xfrm>
            <a:off x="5548025" y="917450"/>
            <a:ext cx="3400200" cy="39759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200"/>
              <a:buNone/>
            </a:pPr>
            <a:r>
              <a:rPr lang="en" sz="1500">
                <a:solidFill>
                  <a:srgbClr val="000000"/>
                </a:solidFill>
                <a:latin typeface="Arial"/>
                <a:ea typeface="Arial"/>
                <a:cs typeface="Arial"/>
                <a:sym typeface="Arial"/>
              </a:rPr>
              <a:t>The "Multiple" category leads the pie chart, followed by Qatar Airways, Emirates, and British Airways.</a:t>
            </a:r>
            <a:br>
              <a:rPr lang="en" sz="1500">
                <a:solidFill>
                  <a:srgbClr val="000000"/>
                </a:solidFill>
                <a:latin typeface="Arial"/>
                <a:ea typeface="Arial"/>
                <a:cs typeface="Arial"/>
                <a:sym typeface="Arial"/>
              </a:rPr>
            </a:b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200"/>
              <a:buNone/>
            </a:pPr>
            <a:r>
              <a:rPr b="1" lang="en" sz="1500">
                <a:solidFill>
                  <a:srgbClr val="000000"/>
                </a:solidFill>
                <a:latin typeface="Arial"/>
                <a:ea typeface="Arial"/>
                <a:cs typeface="Arial"/>
                <a:sym typeface="Arial"/>
              </a:rPr>
              <a:t>Insight:</a:t>
            </a:r>
            <a:r>
              <a:rPr lang="en" sz="1500">
                <a:solidFill>
                  <a:srgbClr val="000000"/>
                </a:solidFill>
                <a:latin typeface="Arial"/>
                <a:ea typeface="Arial"/>
                <a:cs typeface="Arial"/>
                <a:sym typeface="Arial"/>
              </a:rPr>
              <a:t> Code-shared and partner flights dominate, showing the strength of airline alliances. Larger players leverage scale and hub locations to capture a wider market.</a:t>
            </a:r>
            <a:endParaRPr/>
          </a:p>
        </p:txBody>
      </p:sp>
      <p:pic>
        <p:nvPicPr>
          <p:cNvPr id="818" name="Google Shape;818;p72"/>
          <p:cNvPicPr preferRelativeResize="0"/>
          <p:nvPr/>
        </p:nvPicPr>
        <p:blipFill rotWithShape="1">
          <a:blip r:embed="rId3">
            <a:alphaModFix/>
          </a:blip>
          <a:srcRect b="0" l="0" r="0" t="0"/>
          <a:stretch/>
        </p:blipFill>
        <p:spPr>
          <a:xfrm>
            <a:off x="249382" y="762000"/>
            <a:ext cx="5298642" cy="418407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73"/>
          <p:cNvSpPr txBox="1"/>
          <p:nvPr>
            <p:ph type="title"/>
          </p:nvPr>
        </p:nvSpPr>
        <p:spPr>
          <a:xfrm>
            <a:off x="923201" y="436900"/>
            <a:ext cx="7704000" cy="48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Clr>
                <a:srgbClr val="36393B"/>
              </a:buClr>
              <a:buSzPts val="1800"/>
              <a:buFont typeface="Arial"/>
              <a:buNone/>
            </a:pPr>
            <a:r>
              <a:rPr lang="en" sz="1600">
                <a:solidFill>
                  <a:schemeClr val="accent1"/>
                </a:solidFill>
                <a:highlight>
                  <a:schemeClr val="dk1"/>
                </a:highlight>
              </a:rPr>
              <a:t>Q9: WHAT ARE THE PEAK DEPARTURE TIMES AT MAJOR AIRPORTS?</a:t>
            </a:r>
            <a:endParaRPr sz="1600">
              <a:solidFill>
                <a:schemeClr val="accent1"/>
              </a:solidFill>
              <a:highlight>
                <a:schemeClr val="dk1"/>
              </a:highlight>
            </a:endParaRPr>
          </a:p>
        </p:txBody>
      </p:sp>
      <p:sp>
        <p:nvSpPr>
          <p:cNvPr id="824" name="Google Shape;824;p73"/>
          <p:cNvSpPr txBox="1"/>
          <p:nvPr>
            <p:ph idx="1" type="body"/>
          </p:nvPr>
        </p:nvSpPr>
        <p:spPr>
          <a:xfrm>
            <a:off x="5178300" y="919600"/>
            <a:ext cx="3767100" cy="3984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200"/>
              <a:buNone/>
            </a:pPr>
            <a:r>
              <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rPr lang="en" sz="1500">
                <a:solidFill>
                  <a:srgbClr val="000000"/>
                </a:solidFill>
                <a:latin typeface="Arial"/>
                <a:ea typeface="Arial"/>
                <a:cs typeface="Arial"/>
                <a:sym typeface="Arial"/>
              </a:rPr>
              <a:t>Evening departures dominate, especially from JFK, where the orange segment peaks.</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br>
              <a:rPr lang="en" sz="1500">
                <a:solidFill>
                  <a:srgbClr val="000000"/>
                </a:solidFill>
                <a:latin typeface="Arial"/>
                <a:ea typeface="Arial"/>
                <a:cs typeface="Arial"/>
                <a:sym typeface="Arial"/>
              </a:rPr>
            </a:br>
            <a:r>
              <a:rPr b="1" lang="en" sz="1500">
                <a:solidFill>
                  <a:srgbClr val="000000"/>
                </a:solidFill>
                <a:latin typeface="Arial"/>
                <a:ea typeface="Arial"/>
                <a:cs typeface="Arial"/>
                <a:sym typeface="Arial"/>
              </a:rPr>
              <a:t>Insight:</a:t>
            </a:r>
            <a:r>
              <a:rPr lang="en" sz="1500">
                <a:solidFill>
                  <a:srgbClr val="000000"/>
                </a:solidFill>
                <a:latin typeface="Arial"/>
                <a:ea typeface="Arial"/>
                <a:cs typeface="Arial"/>
                <a:sym typeface="Arial"/>
              </a:rPr>
              <a:t> Airlines schedule long-haul and international flights in the evening. Airports can allocate staff and gate availability accordingly to avoid delays and crowding.</a:t>
            </a:r>
            <a:endParaRPr sz="1500">
              <a:solidFill>
                <a:srgbClr val="000000"/>
              </a:solidFill>
              <a:latin typeface="Arial"/>
              <a:ea typeface="Arial"/>
              <a:cs typeface="Arial"/>
              <a:sym typeface="Arial"/>
            </a:endParaRPr>
          </a:p>
          <a:p>
            <a:pPr indent="0" lvl="0" marL="0" rtl="0" algn="l">
              <a:lnSpc>
                <a:spcPct val="100000"/>
              </a:lnSpc>
              <a:spcBef>
                <a:spcPts val="1200"/>
              </a:spcBef>
              <a:spcAft>
                <a:spcPts val="1200"/>
              </a:spcAft>
              <a:buSzPts val="1200"/>
              <a:buNone/>
            </a:pPr>
            <a:r>
              <a:t/>
            </a:r>
            <a:endParaRPr/>
          </a:p>
        </p:txBody>
      </p:sp>
      <p:pic>
        <p:nvPicPr>
          <p:cNvPr id="825" name="Google Shape;825;p73"/>
          <p:cNvPicPr preferRelativeResize="0"/>
          <p:nvPr/>
        </p:nvPicPr>
        <p:blipFill rotWithShape="1">
          <a:blip r:embed="rId3">
            <a:alphaModFix/>
          </a:blip>
          <a:srcRect b="0" l="0" r="0" t="0"/>
          <a:stretch/>
        </p:blipFill>
        <p:spPr>
          <a:xfrm>
            <a:off x="256309" y="782782"/>
            <a:ext cx="4921991" cy="416970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9" name="Shape 829"/>
        <p:cNvGrpSpPr/>
        <p:nvPr/>
      </p:nvGrpSpPr>
      <p:grpSpPr>
        <a:xfrm>
          <a:off x="0" y="0"/>
          <a:ext cx="0" cy="0"/>
          <a:chOff x="0" y="0"/>
          <a:chExt cx="0" cy="0"/>
        </a:xfrm>
      </p:grpSpPr>
      <p:sp>
        <p:nvSpPr>
          <p:cNvPr id="830" name="Google Shape;830;p74"/>
          <p:cNvSpPr txBox="1"/>
          <p:nvPr>
            <p:ph type="title"/>
          </p:nvPr>
        </p:nvSpPr>
        <p:spPr>
          <a:xfrm>
            <a:off x="720000" y="396705"/>
            <a:ext cx="7704000" cy="48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7000"/>
              </a:lnSpc>
              <a:spcBef>
                <a:spcPts val="0"/>
              </a:spcBef>
              <a:spcAft>
                <a:spcPts val="0"/>
              </a:spcAft>
              <a:buClr>
                <a:srgbClr val="36393B"/>
              </a:buClr>
              <a:buSzPct val="100000"/>
              <a:buFont typeface="Arial"/>
              <a:buNone/>
            </a:pPr>
            <a:r>
              <a:rPr lang="en" sz="1800">
                <a:solidFill>
                  <a:schemeClr val="accent1"/>
                </a:solidFill>
                <a:highlight>
                  <a:schemeClr val="dk1"/>
                </a:highlight>
              </a:rPr>
              <a:t>Q10: WHAT PATTERNS CAN BE OBSERVED IN AIR TRAFFIC FREQUENCY BETWEEN DIFFERENT AIRPORTS?</a:t>
            </a:r>
            <a:endParaRPr sz="1800">
              <a:solidFill>
                <a:schemeClr val="accent1"/>
              </a:solidFill>
              <a:highlight>
                <a:schemeClr val="dk1"/>
              </a:highlight>
            </a:endParaRPr>
          </a:p>
          <a:p>
            <a:pPr indent="0" lvl="0" marL="0" rtl="0" algn="l">
              <a:lnSpc>
                <a:spcPct val="100000"/>
              </a:lnSpc>
              <a:spcBef>
                <a:spcPts val="0"/>
              </a:spcBef>
              <a:spcAft>
                <a:spcPts val="0"/>
              </a:spcAft>
              <a:buSzPct val="111111"/>
              <a:buNone/>
            </a:pPr>
            <a:r>
              <a:t/>
            </a:r>
            <a:endParaRPr/>
          </a:p>
        </p:txBody>
      </p:sp>
      <p:sp>
        <p:nvSpPr>
          <p:cNvPr id="831" name="Google Shape;831;p74"/>
          <p:cNvSpPr txBox="1"/>
          <p:nvPr>
            <p:ph idx="1" type="body"/>
          </p:nvPr>
        </p:nvSpPr>
        <p:spPr>
          <a:xfrm>
            <a:off x="4873825" y="1283500"/>
            <a:ext cx="4085100" cy="37122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200"/>
              <a:buNone/>
            </a:pPr>
            <a:r>
              <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rPr lang="en" sz="1500">
                <a:solidFill>
                  <a:srgbClr val="000000"/>
                </a:solidFill>
                <a:latin typeface="Arial"/>
                <a:ea typeface="Arial"/>
                <a:cs typeface="Arial"/>
                <a:sym typeface="Arial"/>
              </a:rPr>
              <a:t>Routes like DAC → DXB and BOM → DXB have the highest flight frequencies.</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200"/>
              <a:buNone/>
            </a:pPr>
            <a:br>
              <a:rPr lang="en" sz="1500">
                <a:solidFill>
                  <a:srgbClr val="000000"/>
                </a:solidFill>
                <a:latin typeface="Arial"/>
                <a:ea typeface="Arial"/>
                <a:cs typeface="Arial"/>
                <a:sym typeface="Arial"/>
              </a:rPr>
            </a:br>
            <a:r>
              <a:rPr b="1" lang="en" sz="1500">
                <a:solidFill>
                  <a:srgbClr val="000000"/>
                </a:solidFill>
                <a:latin typeface="Arial"/>
                <a:ea typeface="Arial"/>
                <a:cs typeface="Arial"/>
                <a:sym typeface="Arial"/>
              </a:rPr>
              <a:t>Insight:</a:t>
            </a:r>
            <a:r>
              <a:rPr lang="en" sz="1500">
                <a:solidFill>
                  <a:srgbClr val="000000"/>
                </a:solidFill>
                <a:latin typeface="Arial"/>
                <a:ea typeface="Arial"/>
                <a:cs typeface="Arial"/>
                <a:sym typeface="Arial"/>
              </a:rPr>
              <a:t> This indicates strong economic or labor travel demand. Airlines should continue prioritizing high-demand routes and could explore premium services or larger aircraft.</a:t>
            </a:r>
            <a:endParaRPr/>
          </a:p>
        </p:txBody>
      </p:sp>
      <p:pic>
        <p:nvPicPr>
          <p:cNvPr id="832" name="Google Shape;832;p74"/>
          <p:cNvPicPr preferRelativeResize="0"/>
          <p:nvPr/>
        </p:nvPicPr>
        <p:blipFill rotWithShape="1">
          <a:blip r:embed="rId3">
            <a:alphaModFix/>
          </a:blip>
          <a:srcRect b="0" l="0" r="0" t="0"/>
          <a:stretch/>
        </p:blipFill>
        <p:spPr>
          <a:xfrm>
            <a:off x="256309" y="1057561"/>
            <a:ext cx="4617516" cy="388964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75"/>
          <p:cNvSpPr txBox="1"/>
          <p:nvPr>
            <p:ph type="title"/>
          </p:nvPr>
        </p:nvSpPr>
        <p:spPr>
          <a:xfrm>
            <a:off x="816982" y="449643"/>
            <a:ext cx="7704000" cy="482700"/>
          </a:xfrm>
          <a:prstGeom prst="rect">
            <a:avLst/>
          </a:prstGeom>
          <a:noFill/>
          <a:ln>
            <a:noFill/>
          </a:ln>
        </p:spPr>
        <p:txBody>
          <a:bodyPr anchorCtr="0" anchor="t" bIns="91425" lIns="91425" spcFirstLastPara="1" rIns="91425" wrap="square" tIns="91425">
            <a:normAutofit/>
          </a:bodyPr>
          <a:lstStyle/>
          <a:p>
            <a:pPr indent="0" lvl="0" marL="0" rtl="0" algn="ctr">
              <a:lnSpc>
                <a:spcPct val="107000"/>
              </a:lnSpc>
              <a:spcBef>
                <a:spcPts val="0"/>
              </a:spcBef>
              <a:spcAft>
                <a:spcPts val="0"/>
              </a:spcAft>
              <a:buClr>
                <a:srgbClr val="36393B"/>
              </a:buClr>
              <a:buSzPts val="1800"/>
              <a:buFont typeface="Arial"/>
              <a:buNone/>
            </a:pPr>
            <a:r>
              <a:rPr lang="en" sz="1600">
                <a:solidFill>
                  <a:schemeClr val="accent1"/>
                </a:solidFill>
                <a:highlight>
                  <a:schemeClr val="dk1"/>
                </a:highlight>
              </a:rPr>
              <a:t>Q11: HOW DO TICKET PRICES CHANGE OVER TIME?</a:t>
            </a:r>
            <a:endParaRPr sz="1600">
              <a:solidFill>
                <a:schemeClr val="accent1"/>
              </a:solidFill>
              <a:highlight>
                <a:schemeClr val="dk1"/>
              </a:highlight>
            </a:endParaRPr>
          </a:p>
          <a:p>
            <a:pPr indent="0" lvl="0" marL="0" rtl="0" algn="l">
              <a:lnSpc>
                <a:spcPct val="100000"/>
              </a:lnSpc>
              <a:spcBef>
                <a:spcPts val="0"/>
              </a:spcBef>
              <a:spcAft>
                <a:spcPts val="0"/>
              </a:spcAft>
              <a:buSzPts val="3300"/>
              <a:buNone/>
            </a:pPr>
            <a:r>
              <a:t/>
            </a:r>
            <a:endParaRPr/>
          </a:p>
        </p:txBody>
      </p:sp>
      <p:sp>
        <p:nvSpPr>
          <p:cNvPr id="838" name="Google Shape;838;p75"/>
          <p:cNvSpPr txBox="1"/>
          <p:nvPr>
            <p:ph idx="1" type="body"/>
          </p:nvPr>
        </p:nvSpPr>
        <p:spPr>
          <a:xfrm>
            <a:off x="4971675" y="756225"/>
            <a:ext cx="3975600" cy="41481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200"/>
              <a:buNone/>
            </a:pPr>
            <a:r>
              <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rPr lang="en" sz="1500">
                <a:solidFill>
                  <a:srgbClr val="000000"/>
                </a:solidFill>
                <a:latin typeface="Arial"/>
                <a:ea typeface="Arial"/>
                <a:cs typeface="Arial"/>
                <a:sym typeface="Arial"/>
              </a:rPr>
              <a:t>The line chart shows a drop from $2,005 to $1,037 over 4 days.</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1200"/>
              </a:spcAft>
              <a:buSzPts val="1200"/>
              <a:buNone/>
            </a:pPr>
            <a:r>
              <a:rPr b="1" lang="en" sz="1500">
                <a:solidFill>
                  <a:srgbClr val="000000"/>
                </a:solidFill>
                <a:latin typeface="Arial"/>
                <a:ea typeface="Arial"/>
                <a:cs typeface="Arial"/>
                <a:sym typeface="Arial"/>
              </a:rPr>
              <a:t>Insight:</a:t>
            </a:r>
            <a:r>
              <a:rPr lang="en" sz="1500">
                <a:solidFill>
                  <a:srgbClr val="000000"/>
                </a:solidFill>
                <a:latin typeface="Arial"/>
                <a:ea typeface="Arial"/>
                <a:cs typeface="Arial"/>
                <a:sym typeface="Arial"/>
              </a:rPr>
              <a:t> Prices decrease as departure approaches, possibly due to demand shifts or yield management strategies. Passengers could benefit from last-minute deals, but airlines should monitor over-discounting.</a:t>
            </a:r>
            <a:endParaRPr/>
          </a:p>
        </p:txBody>
      </p:sp>
      <p:pic>
        <p:nvPicPr>
          <p:cNvPr id="839" name="Google Shape;839;p75"/>
          <p:cNvPicPr preferRelativeResize="0"/>
          <p:nvPr/>
        </p:nvPicPr>
        <p:blipFill rotWithShape="1">
          <a:blip r:embed="rId3">
            <a:alphaModFix/>
          </a:blip>
          <a:srcRect b="0" l="0" r="0" t="0"/>
          <a:stretch/>
        </p:blipFill>
        <p:spPr>
          <a:xfrm>
            <a:off x="187025" y="932343"/>
            <a:ext cx="4784649" cy="405238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76"/>
          <p:cNvSpPr txBox="1"/>
          <p:nvPr>
            <p:ph type="title"/>
          </p:nvPr>
        </p:nvSpPr>
        <p:spPr>
          <a:xfrm>
            <a:off x="453763" y="375627"/>
            <a:ext cx="8367600" cy="572700"/>
          </a:xfrm>
          <a:prstGeom prst="rect">
            <a:avLst/>
          </a:prstGeom>
          <a:noFill/>
          <a:ln>
            <a:noFill/>
          </a:ln>
        </p:spPr>
        <p:txBody>
          <a:bodyPr anchorCtr="0" anchor="t" bIns="91425" lIns="91425" spcFirstLastPara="1" rIns="91425" wrap="square" tIns="91425">
            <a:noAutofit/>
          </a:bodyPr>
          <a:lstStyle/>
          <a:p>
            <a:pPr indent="0" lvl="0" marL="0" rtl="0" algn="ctr">
              <a:lnSpc>
                <a:spcPct val="107000"/>
              </a:lnSpc>
              <a:spcBef>
                <a:spcPts val="0"/>
              </a:spcBef>
              <a:spcAft>
                <a:spcPts val="0"/>
              </a:spcAft>
              <a:buClr>
                <a:srgbClr val="36393B"/>
              </a:buClr>
              <a:buSzPts val="1800"/>
              <a:buFont typeface="Arial"/>
              <a:buNone/>
            </a:pPr>
            <a:r>
              <a:rPr b="1" lang="en" sz="1800">
                <a:solidFill>
                  <a:schemeClr val="accent1"/>
                </a:solidFill>
                <a:highlight>
                  <a:schemeClr val="dk1"/>
                </a:highlight>
                <a:latin typeface="Algerian"/>
                <a:ea typeface="Algerian"/>
                <a:cs typeface="Algerian"/>
                <a:sym typeface="Algerian"/>
              </a:rPr>
              <a:t>Q12: WHICH AIRLINE HAS THE DOMINANCE AT WHICH DEPARTURE AIRPORT?</a:t>
            </a:r>
            <a:endParaRPr b="1" sz="1800">
              <a:solidFill>
                <a:schemeClr val="accent1"/>
              </a:solidFill>
              <a:highlight>
                <a:schemeClr val="dk1"/>
              </a:highlight>
              <a:latin typeface="Algerian"/>
              <a:ea typeface="Algerian"/>
              <a:cs typeface="Algerian"/>
              <a:sym typeface="Algerian"/>
            </a:endParaRPr>
          </a:p>
          <a:p>
            <a:pPr indent="0" lvl="0" marL="0" rtl="0" algn="l">
              <a:lnSpc>
                <a:spcPct val="100000"/>
              </a:lnSpc>
              <a:spcBef>
                <a:spcPts val="0"/>
              </a:spcBef>
              <a:spcAft>
                <a:spcPts val="0"/>
              </a:spcAft>
              <a:buSzPts val="3300"/>
              <a:buNone/>
            </a:pPr>
            <a:r>
              <a:t/>
            </a:r>
            <a:endParaRPr b="1" sz="1800">
              <a:latin typeface="Algerian"/>
              <a:ea typeface="Algerian"/>
              <a:cs typeface="Algerian"/>
              <a:sym typeface="Algerian"/>
            </a:endParaRPr>
          </a:p>
        </p:txBody>
      </p:sp>
      <p:sp>
        <p:nvSpPr>
          <p:cNvPr id="845" name="Google Shape;845;p76"/>
          <p:cNvSpPr txBox="1"/>
          <p:nvPr>
            <p:ph idx="1" type="body"/>
          </p:nvPr>
        </p:nvSpPr>
        <p:spPr>
          <a:xfrm>
            <a:off x="5134800" y="1246575"/>
            <a:ext cx="3857100" cy="38970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1200"/>
              </a:spcBef>
              <a:spcAft>
                <a:spcPts val="0"/>
              </a:spcAft>
              <a:buSzPts val="1200"/>
              <a:buNone/>
            </a:pPr>
            <a:r>
              <a:rPr lang="en" sz="1500">
                <a:solidFill>
                  <a:srgbClr val="000000"/>
                </a:solidFill>
                <a:latin typeface="Arial"/>
                <a:ea typeface="Arial"/>
                <a:cs typeface="Arial"/>
                <a:sym typeface="Arial"/>
              </a:rPr>
              <a:t>Air India dominates at Mumbai (BOM), while IndiGo leads at Sharjah (SHJ).</a:t>
            </a:r>
            <a:endParaRPr sz="1500">
              <a:solidFill>
                <a:srgbClr val="000000"/>
              </a:solidFill>
              <a:latin typeface="Arial"/>
              <a:ea typeface="Arial"/>
              <a:cs typeface="Arial"/>
              <a:sym typeface="Arial"/>
            </a:endParaRPr>
          </a:p>
          <a:p>
            <a:pPr indent="0" lvl="0" marL="0" rtl="0" algn="just">
              <a:lnSpc>
                <a:spcPct val="115000"/>
              </a:lnSpc>
              <a:spcBef>
                <a:spcPts val="1200"/>
              </a:spcBef>
              <a:spcAft>
                <a:spcPts val="0"/>
              </a:spcAft>
              <a:buSzPts val="1200"/>
              <a:buNone/>
            </a:pPr>
            <a:r>
              <a:rPr b="1" lang="en" sz="1500">
                <a:solidFill>
                  <a:srgbClr val="000000"/>
                </a:solidFill>
                <a:latin typeface="Arial"/>
                <a:ea typeface="Arial"/>
                <a:cs typeface="Arial"/>
                <a:sym typeface="Arial"/>
              </a:rPr>
              <a:t>Insight:</a:t>
            </a:r>
            <a:r>
              <a:rPr lang="en" sz="1500">
                <a:solidFill>
                  <a:srgbClr val="000000"/>
                </a:solidFill>
                <a:latin typeface="Arial"/>
                <a:ea typeface="Arial"/>
                <a:cs typeface="Arial"/>
                <a:sym typeface="Arial"/>
              </a:rPr>
              <a:t> Airlines are focusing on regional hubs for high-demand corridors, especially India–Middle East travel. These insights help in planning gate capacity and crew allocation.</a:t>
            </a:r>
            <a:endParaRPr sz="1500">
              <a:solidFill>
                <a:srgbClr val="000000"/>
              </a:solidFill>
              <a:latin typeface="Arial"/>
              <a:ea typeface="Arial"/>
              <a:cs typeface="Arial"/>
              <a:sym typeface="Arial"/>
            </a:endParaRPr>
          </a:p>
          <a:p>
            <a:pPr indent="0" lvl="0" marL="0" rtl="0" algn="l">
              <a:lnSpc>
                <a:spcPct val="100000"/>
              </a:lnSpc>
              <a:spcBef>
                <a:spcPts val="1200"/>
              </a:spcBef>
              <a:spcAft>
                <a:spcPts val="1200"/>
              </a:spcAft>
              <a:buSzPts val="1200"/>
              <a:buNone/>
            </a:pPr>
            <a:r>
              <a:t/>
            </a:r>
            <a:endParaRPr/>
          </a:p>
        </p:txBody>
      </p:sp>
      <p:pic>
        <p:nvPicPr>
          <p:cNvPr id="846" name="Google Shape;846;p76"/>
          <p:cNvPicPr preferRelativeResize="0"/>
          <p:nvPr/>
        </p:nvPicPr>
        <p:blipFill rotWithShape="1">
          <a:blip r:embed="rId3">
            <a:alphaModFix/>
          </a:blip>
          <a:srcRect b="0" l="0" r="0" t="0"/>
          <a:stretch/>
        </p:blipFill>
        <p:spPr>
          <a:xfrm>
            <a:off x="235526" y="852551"/>
            <a:ext cx="4953649" cy="4100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77"/>
          <p:cNvSpPr txBox="1"/>
          <p:nvPr>
            <p:ph type="title"/>
          </p:nvPr>
        </p:nvSpPr>
        <p:spPr>
          <a:xfrm>
            <a:off x="187036" y="352037"/>
            <a:ext cx="7017328" cy="4827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rgbClr val="36393B"/>
              </a:buClr>
              <a:buSzPts val="1800"/>
              <a:buFont typeface="Arial"/>
              <a:buNone/>
            </a:pPr>
            <a:r>
              <a:rPr b="1" lang="en" sz="2400">
                <a:solidFill>
                  <a:schemeClr val="accent1"/>
                </a:solidFill>
                <a:highlight>
                  <a:schemeClr val="dk1"/>
                </a:highlight>
                <a:latin typeface="Algerian"/>
                <a:ea typeface="Algerian"/>
                <a:cs typeface="Algerian"/>
                <a:sym typeface="Algerian"/>
              </a:rPr>
              <a:t>AIRLINE PERFORMANCE DASHBOARD</a:t>
            </a:r>
            <a:endParaRPr b="1" sz="2400">
              <a:solidFill>
                <a:schemeClr val="accent1"/>
              </a:solidFill>
              <a:highlight>
                <a:schemeClr val="dk1"/>
              </a:highlight>
              <a:latin typeface="Algerian"/>
              <a:ea typeface="Algerian"/>
              <a:cs typeface="Algerian"/>
              <a:sym typeface="Algerian"/>
            </a:endParaRPr>
          </a:p>
        </p:txBody>
      </p:sp>
      <p:pic>
        <p:nvPicPr>
          <p:cNvPr id="852" name="Google Shape;852;p77"/>
          <p:cNvPicPr preferRelativeResize="0"/>
          <p:nvPr/>
        </p:nvPicPr>
        <p:blipFill rotWithShape="1">
          <a:blip r:embed="rId3">
            <a:alphaModFix/>
          </a:blip>
          <a:srcRect b="0" l="0" r="0" t="0"/>
          <a:stretch/>
        </p:blipFill>
        <p:spPr>
          <a:xfrm>
            <a:off x="242455" y="966901"/>
            <a:ext cx="6909954" cy="3986099"/>
          </a:xfrm>
          <a:prstGeom prst="rect">
            <a:avLst/>
          </a:prstGeom>
          <a:noFill/>
          <a:ln>
            <a:noFill/>
          </a:ln>
        </p:spPr>
      </p:pic>
      <p:sp>
        <p:nvSpPr>
          <p:cNvPr id="853" name="Google Shape;853;p77"/>
          <p:cNvSpPr txBox="1"/>
          <p:nvPr>
            <p:ph idx="1" type="body"/>
          </p:nvPr>
        </p:nvSpPr>
        <p:spPr>
          <a:xfrm>
            <a:off x="7152409" y="1108364"/>
            <a:ext cx="1839491" cy="3550936"/>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1200"/>
              </a:spcBef>
              <a:spcAft>
                <a:spcPts val="0"/>
              </a:spcAft>
              <a:buSzPct val="103225"/>
              <a:buNone/>
            </a:pPr>
            <a:r>
              <a:rPr b="1" lang="en" sz="1500">
                <a:solidFill>
                  <a:srgbClr val="000000"/>
                </a:solidFill>
                <a:latin typeface="Arial"/>
                <a:ea typeface="Arial"/>
                <a:cs typeface="Arial"/>
                <a:sym typeface="Arial"/>
              </a:rPr>
              <a:t>Interactive summary of performance metrics</a:t>
            </a:r>
            <a:endParaRPr/>
          </a:p>
          <a:p>
            <a:pPr indent="0" lvl="0" marL="0" rtl="0" algn="l">
              <a:lnSpc>
                <a:spcPct val="115000"/>
              </a:lnSpc>
              <a:spcBef>
                <a:spcPts val="1200"/>
              </a:spcBef>
              <a:spcAft>
                <a:spcPts val="0"/>
              </a:spcAft>
              <a:buSzPct val="103225"/>
              <a:buNone/>
            </a:pPr>
            <a:r>
              <a:rPr lang="en" sz="1500">
                <a:solidFill>
                  <a:srgbClr val="000000"/>
                </a:solidFill>
                <a:latin typeface="Arial"/>
                <a:ea typeface="Arial"/>
                <a:cs typeface="Arial"/>
                <a:sym typeface="Arial"/>
              </a:rPr>
              <a:t>- Flight Duration Parameter for customized insights</a:t>
            </a:r>
            <a:endParaRPr/>
          </a:p>
          <a:p>
            <a:pPr indent="0" lvl="0" marL="0" rtl="0" algn="l">
              <a:lnSpc>
                <a:spcPct val="115000"/>
              </a:lnSpc>
              <a:spcBef>
                <a:spcPts val="1200"/>
              </a:spcBef>
              <a:spcAft>
                <a:spcPts val="0"/>
              </a:spcAft>
              <a:buSzPct val="103225"/>
              <a:buNone/>
            </a:pPr>
            <a:r>
              <a:rPr lang="en" sz="1500">
                <a:solidFill>
                  <a:srgbClr val="000000"/>
                </a:solidFill>
                <a:latin typeface="Arial"/>
                <a:ea typeface="Arial"/>
                <a:cs typeface="Arial"/>
                <a:sym typeface="Arial"/>
              </a:rPr>
              <a:t>- Charts link cost, delays, airport dominance, and traffic</a:t>
            </a:r>
            <a:endParaRPr/>
          </a:p>
          <a:p>
            <a:pPr indent="0" lvl="0" marL="0" rtl="0" algn="l">
              <a:lnSpc>
                <a:spcPct val="115000"/>
              </a:lnSpc>
              <a:spcBef>
                <a:spcPts val="1200"/>
              </a:spcBef>
              <a:spcAft>
                <a:spcPts val="0"/>
              </a:spcAft>
              <a:buSzPct val="103225"/>
              <a:buNone/>
            </a:pPr>
            <a:r>
              <a:rPr lang="en" sz="1500">
                <a:solidFill>
                  <a:srgbClr val="000000"/>
                </a:solidFill>
                <a:latin typeface="Arial"/>
                <a:ea typeface="Arial"/>
                <a:cs typeface="Arial"/>
                <a:sym typeface="Arial"/>
              </a:rPr>
              <a:t>- Helps with route optimization and airport operations</a:t>
            </a:r>
            <a:endParaRPr/>
          </a:p>
          <a:p>
            <a:pPr indent="0" lvl="0" marL="0" rtl="0" algn="l">
              <a:lnSpc>
                <a:spcPct val="115000"/>
              </a:lnSpc>
              <a:spcBef>
                <a:spcPts val="1200"/>
              </a:spcBef>
              <a:spcAft>
                <a:spcPts val="0"/>
              </a:spcAft>
              <a:buSzPct val="103225"/>
              <a:buNone/>
            </a:pPr>
            <a:r>
              <a:rPr lang="en" sz="1500">
                <a:solidFill>
                  <a:srgbClr val="000000"/>
                </a:solidFill>
                <a:latin typeface="Arial"/>
                <a:ea typeface="Arial"/>
                <a:cs typeface="Arial"/>
                <a:sym typeface="Arial"/>
              </a:rPr>
              <a:t>- Supports strategic airline decisions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78"/>
          <p:cNvSpPr txBox="1"/>
          <p:nvPr>
            <p:ph type="title"/>
          </p:nvPr>
        </p:nvSpPr>
        <p:spPr>
          <a:xfrm>
            <a:off x="720000" y="334383"/>
            <a:ext cx="7038900" cy="9141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0"/>
              </a:spcBef>
              <a:spcAft>
                <a:spcPts val="0"/>
              </a:spcAft>
              <a:buClr>
                <a:srgbClr val="36393B"/>
              </a:buClr>
              <a:buSzPts val="3600"/>
              <a:buFont typeface="Arial Black"/>
              <a:buNone/>
            </a:pPr>
            <a:r>
              <a:rPr b="1" lang="en" sz="3600">
                <a:solidFill>
                  <a:schemeClr val="accent1"/>
                </a:solidFill>
                <a:highlight>
                  <a:schemeClr val="dk1"/>
                </a:highlight>
                <a:latin typeface="Algerian"/>
                <a:ea typeface="Algerian"/>
                <a:cs typeface="Algerian"/>
                <a:sym typeface="Algerian"/>
              </a:rPr>
              <a:t>CONCLUSION</a:t>
            </a:r>
            <a:endParaRPr b="1" sz="3600">
              <a:solidFill>
                <a:schemeClr val="accent1"/>
              </a:solidFill>
              <a:highlight>
                <a:schemeClr val="dk1"/>
              </a:highlight>
              <a:latin typeface="Algerian"/>
              <a:ea typeface="Algerian"/>
              <a:cs typeface="Algerian"/>
              <a:sym typeface="Algerian"/>
            </a:endParaRPr>
          </a:p>
        </p:txBody>
      </p:sp>
      <p:sp>
        <p:nvSpPr>
          <p:cNvPr id="859" name="Google Shape;859;p78"/>
          <p:cNvSpPr txBox="1"/>
          <p:nvPr>
            <p:ph idx="1" type="body"/>
          </p:nvPr>
        </p:nvSpPr>
        <p:spPr>
          <a:xfrm>
            <a:off x="720000" y="1112625"/>
            <a:ext cx="7704000" cy="34959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1200"/>
              </a:spcAft>
              <a:buSzPts val="1200"/>
              <a:buNone/>
            </a:pPr>
            <a:r>
              <a:rPr lang="en" sz="1600">
                <a:solidFill>
                  <a:srgbClr val="0D0D0D"/>
                </a:solidFill>
                <a:latin typeface="Arial"/>
                <a:ea typeface="Arial"/>
                <a:cs typeface="Arial"/>
                <a:sym typeface="Arial"/>
              </a:rPr>
              <a:t>This analysis of airline data reveals key operational and pricing patterns that can guide strategic decision-making. The dominance of the "Multiple" category in both travel time and stoppages highlights the growing influence of airline alliances and shared routes. Philippine Airlines' high average ticket cost suggests a premium positioning or niche market targeting. Additionally, one-stop flights were found to be more expensive than nonstop or multi-stop options, indicating a need for route optimization. Evening flight peaks at major airports like JFK call for improved scheduling and resource allocation. The clear dominance of certain airlines on specific international </a:t>
            </a:r>
            <a:r>
              <a:rPr lang="en" sz="1600">
                <a:solidFill>
                  <a:srgbClr val="0D0D0D"/>
                </a:solidFill>
                <a:latin typeface="Arial"/>
                <a:ea typeface="Arial"/>
                <a:cs typeface="Arial"/>
                <a:sym typeface="Arial"/>
              </a:rPr>
              <a:t>routes,</a:t>
            </a:r>
            <a:r>
              <a:rPr lang="en" sz="1600">
                <a:solidFill>
                  <a:srgbClr val="0D0D0D"/>
                </a:solidFill>
                <a:latin typeface="Arial"/>
                <a:ea typeface="Arial"/>
                <a:cs typeface="Arial"/>
                <a:sym typeface="Arial"/>
              </a:rPr>
              <a:t> such as Air India and IndiGo on India Middle East </a:t>
            </a:r>
            <a:r>
              <a:rPr lang="en" sz="1600">
                <a:solidFill>
                  <a:srgbClr val="0D0D0D"/>
                </a:solidFill>
                <a:latin typeface="Arial"/>
                <a:ea typeface="Arial"/>
                <a:cs typeface="Arial"/>
                <a:sym typeface="Arial"/>
              </a:rPr>
              <a:t>corridors,</a:t>
            </a:r>
            <a:r>
              <a:rPr lang="en" sz="1600">
                <a:solidFill>
                  <a:srgbClr val="0D0D0D"/>
                </a:solidFill>
                <a:latin typeface="Arial"/>
                <a:ea typeface="Arial"/>
                <a:cs typeface="Arial"/>
                <a:sym typeface="Arial"/>
              </a:rPr>
              <a:t> underscores the importance of route specialization. Overall, leveraging these insights can help airlines enhance efficiency, improve passenger satisfaction, and align services with market demand.</a:t>
            </a:r>
            <a:endParaRPr sz="1600">
              <a:solidFill>
                <a:srgbClr val="0D0D0D"/>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79"/>
          <p:cNvSpPr txBox="1"/>
          <p:nvPr>
            <p:ph idx="1" type="body"/>
          </p:nvPr>
        </p:nvSpPr>
        <p:spPr>
          <a:xfrm>
            <a:off x="2804075" y="2137592"/>
            <a:ext cx="4272300" cy="1308341"/>
          </a:xfrm>
          <a:prstGeom prst="rect">
            <a:avLst/>
          </a:prstGeom>
          <a:noFill/>
          <a:ln>
            <a:noFill/>
          </a:ln>
        </p:spPr>
        <p:txBody>
          <a:bodyPr anchorCtr="0" anchor="t" bIns="91425" lIns="91425" spcFirstLastPara="1" rIns="91425" wrap="square" tIns="91425">
            <a:normAutofit fontScale="92500"/>
          </a:bodyPr>
          <a:lstStyle/>
          <a:p>
            <a:pPr indent="0" lvl="0" marL="0" rtl="0" algn="l">
              <a:lnSpc>
                <a:spcPct val="90000"/>
              </a:lnSpc>
              <a:spcBef>
                <a:spcPts val="0"/>
              </a:spcBef>
              <a:spcAft>
                <a:spcPts val="0"/>
              </a:spcAft>
              <a:buClr>
                <a:srgbClr val="36393B"/>
              </a:buClr>
              <a:buSzPct val="79279"/>
              <a:buFont typeface="Arial Black"/>
              <a:buNone/>
            </a:pPr>
            <a:r>
              <a:rPr b="1" lang="en" sz="6000">
                <a:solidFill>
                  <a:schemeClr val="accent1"/>
                </a:solidFill>
                <a:highlight>
                  <a:schemeClr val="dk1"/>
                </a:highlight>
                <a:latin typeface="Algerian"/>
                <a:ea typeface="Algerian"/>
                <a:cs typeface="Algerian"/>
                <a:sym typeface="Algerian"/>
              </a:rPr>
              <a:t>THANK YOU</a:t>
            </a:r>
            <a:endParaRPr b="1" sz="6000">
              <a:solidFill>
                <a:schemeClr val="accent1"/>
              </a:solidFill>
              <a:highlight>
                <a:schemeClr val="dk1"/>
              </a:highlight>
              <a:latin typeface="Algerian"/>
              <a:ea typeface="Algerian"/>
              <a:cs typeface="Algerian"/>
              <a:sym typeface="Algerian"/>
            </a:endParaRPr>
          </a:p>
        </p:txBody>
      </p:sp>
    </p:spTree>
  </p:cSld>
  <p:clrMapOvr>
    <a:masterClrMapping/>
  </p:clrMapOvr>
</p:sld>
</file>

<file path=ppt/theme/theme1.xml><?xml version="1.0" encoding="utf-8"?>
<a:theme xmlns:a="http://schemas.openxmlformats.org/drawingml/2006/main" xmlns:r="http://schemas.openxmlformats.org/officeDocument/2006/relationships" name="Airplane History Thesis by Slidesgo">
  <a:themeElements>
    <a:clrScheme name="Simple Light">
      <a:dk1>
        <a:srgbClr val="213363"/>
      </a:dk1>
      <a:lt1>
        <a:srgbClr val="FFFFFF"/>
      </a:lt1>
      <a:dk2>
        <a:srgbClr val="9AB3E3"/>
      </a:dk2>
      <a:lt2>
        <a:srgbClr val="4A6CAF"/>
      </a:lt2>
      <a:accent1>
        <a:srgbClr val="304F9B"/>
      </a:accent1>
      <a:accent2>
        <a:srgbClr val="B9C5BC"/>
      </a:accent2>
      <a:accent3>
        <a:srgbClr val="677DB7"/>
      </a:accent3>
      <a:accent4>
        <a:srgbClr val="11224E"/>
      </a:accent4>
      <a:accent5>
        <a:srgbClr val="DFDBDB"/>
      </a:accent5>
      <a:accent6>
        <a:srgbClr val="FDEADF"/>
      </a:accent6>
      <a:hlink>
        <a:srgbClr val="21336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ircraft Background Minitheme by Slidesgo">
  <a:themeElements>
    <a:clrScheme name="Simple Light">
      <a:dk1>
        <a:srgbClr val="FBB442"/>
      </a:dk1>
      <a:lt1>
        <a:srgbClr val="0173BC"/>
      </a:lt1>
      <a:dk2>
        <a:srgbClr val="FFFFFF"/>
      </a:dk2>
      <a:lt2>
        <a:srgbClr val="FFFFFF"/>
      </a:lt2>
      <a:accent1>
        <a:srgbClr val="161342"/>
      </a:accent1>
      <a:accent2>
        <a:srgbClr val="EC4E21"/>
      </a:accent2>
      <a:accent3>
        <a:srgbClr val="F0C99C"/>
      </a:accent3>
      <a:accent4>
        <a:srgbClr val="FFF1D9"/>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